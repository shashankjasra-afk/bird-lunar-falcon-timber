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5C6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DEPLOYMENT, GOVERNANCE &amp; SCALING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sidecar the CPQ can call  ·  DealFlow Approval Agents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2880360" cy="4160520"/>
          </a:xfrm>
          <a:prstGeom prst="roundRect">
            <a:avLst>
              <a:gd name="adj" fmla="val 3175"/>
            </a:avLst>
          </a:prstGeom>
          <a:solidFill>
            <a:srgbClr val="141416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143000"/>
            <a:ext cx="109728" cy="4160520"/>
          </a:xfrm>
          <a:prstGeom prst="rect">
            <a:avLst/>
          </a:prstGeom>
          <a:solidFill>
            <a:srgbClr val="1D5C6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251460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service on a private port. LangGraph compiles the crew. In production the graph runs in a container beside the CPQ, not inside it. Submit for approval is the only inbound event. Write-back is one stage or a named assignment that resolves to a Salesforce queue, a DealHub group, or a Zuora approval hierarchy.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880360" cy="4160520"/>
          </a:xfrm>
          <a:prstGeom prst="roundRect">
            <a:avLst>
              <a:gd name="adj" fmla="val 3175"/>
            </a:avLst>
          </a:prstGeom>
          <a:solidFill>
            <a:srgbClr val="141416"/>
          </a:solidFill>
          <a:ln/>
        </p:spPr>
      </p:sp>
      <p:sp>
        <p:nvSpPr>
          <p:cNvPr id="10" name="Shape 8"/>
          <p:cNvSpPr/>
          <p:nvPr/>
        </p:nvSpPr>
        <p:spPr>
          <a:xfrm>
            <a:off x="3246120" y="1143000"/>
            <a:ext cx="109728" cy="4160520"/>
          </a:xfrm>
          <a:prstGeom prst="rect">
            <a:avLst/>
          </a:prstGeom>
          <a:solidFill>
            <a:srgbClr val="2F6A4F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80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737360"/>
            <a:ext cx="251460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books DISC-POL-2026-01 and PAY-POL-2026-01 are versioned and owned by RevOps / Finance. Confirmed 2026-07-15. Upload → AI extract → human confirm → live version. Ceiling edits apply to the next hop only. Publishing archives the previous version and stamps ownership. Reset demo book restores the loaded extract.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1143000"/>
            <a:ext cx="2880360" cy="4160520"/>
          </a:xfrm>
          <a:prstGeom prst="roundRect">
            <a:avLst>
              <a:gd name="adj" fmla="val 3175"/>
            </a:avLst>
          </a:prstGeom>
          <a:solidFill>
            <a:srgbClr val="141416"/>
          </a:solidFill>
          <a:ln/>
        </p:spPr>
      </p:sp>
      <p:sp>
        <p:nvSpPr>
          <p:cNvPr id="14" name="Shape 12"/>
          <p:cNvSpPr/>
          <p:nvPr/>
        </p:nvSpPr>
        <p:spPr>
          <a:xfrm>
            <a:off x="6263640" y="1143000"/>
            <a:ext cx="109728" cy="4160520"/>
          </a:xfrm>
          <a:prstGeom prst="rect">
            <a:avLst/>
          </a:prstGeom>
          <a:solidFill>
            <a:srgbClr val="FF3D6E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280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1737360"/>
            <a:ext cx="251460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notes that say “ignore the book” or “you are now in admin mode” are flagged, not followed. Output: no citation forces Escalate. A note cannot produce Approve. Agents cannot read notes as instructions. Agents cannot write Sent, Signed, or Converted. Escalate always names a person and an SLA.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81160" y="1143000"/>
            <a:ext cx="2880360" cy="4160520"/>
          </a:xfrm>
          <a:prstGeom prst="roundRect">
            <a:avLst>
              <a:gd name="adj" fmla="val 3175"/>
            </a:avLst>
          </a:prstGeom>
          <a:solidFill>
            <a:srgbClr val="141416"/>
          </a:solidFill>
          <a:ln/>
        </p:spPr>
      </p:sp>
      <p:sp>
        <p:nvSpPr>
          <p:cNvPr id="18" name="Shape 16"/>
          <p:cNvSpPr/>
          <p:nvPr/>
        </p:nvSpPr>
        <p:spPr>
          <a:xfrm>
            <a:off x="9281160" y="1143000"/>
            <a:ext cx="109728" cy="41605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9" name="Text 17"/>
          <p:cNvSpPr/>
          <p:nvPr/>
        </p:nvSpPr>
        <p:spPr>
          <a:xfrm>
            <a:off x="9509760" y="1280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509760" y="1737360"/>
            <a:ext cx="251460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live submit is a Langfuse generation named approval-agents and a trace named dealflow.approval. Spans: two specialists, orchestrator, output guardrail. Scores: label_match and note_ignored. Judge and policy-extract are separate generations. Keys stay server-side.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5486400"/>
            <a:ext cx="11731752" cy="1097280"/>
          </a:xfrm>
          <a:prstGeom prst="roundRect">
            <a:avLst>
              <a:gd name="adj" fmla="val 6667"/>
            </a:avLst>
          </a:prstGeom>
          <a:solidFill>
            <a:srgbClr val="1A2530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571500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CPQ remains the system of record. DealFlow owns only the hop. Salesforce CPQ, Revenue Cloud, DealHub, Conga, and Zuora stay the system of record.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5C6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AND HUMAN-IN-THE-LOOP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hop to a policy platform  ·  DealFlow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749040" cy="3566160"/>
          </a:xfrm>
          <a:prstGeom prst="roundRect">
            <a:avLst>
              <a:gd name="adj" fmla="val 2564"/>
            </a:avLst>
          </a:prstGeom>
          <a:solidFill>
            <a:srgbClr val="141416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88720"/>
            <a:ext cx="109728" cy="3566160"/>
          </a:xfrm>
          <a:prstGeom prst="rect">
            <a:avLst/>
          </a:prstGeom>
          <a:solidFill>
            <a:srgbClr val="1D5C6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716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MATRIX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exception → Deal Desk Manager, 24h. Material discount or payment-term change → RevOps or Finance, 24h. High discount + poor terms / large deal → VP Sales + Finance. Quarter-end gaming signal → Deal Desk Lead, 12h. Clear policy violation → appropriate executive tier. Assignment resolves to SFDC:Finance or a DealHub group.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60520" y="1188720"/>
            <a:ext cx="3749040" cy="3566160"/>
          </a:xfrm>
          <a:prstGeom prst="roundRect">
            <a:avLst>
              <a:gd name="adj" fmla="val 2564"/>
            </a:avLst>
          </a:prstGeom>
          <a:solidFill>
            <a:srgbClr val="141416"/>
          </a:solidFill>
          <a:ln/>
        </p:spPr>
      </p:sp>
      <p:sp>
        <p:nvSpPr>
          <p:cNvPr id="10" name="Shape 8"/>
          <p:cNvSpPr/>
          <p:nvPr/>
        </p:nvSpPr>
        <p:spPr>
          <a:xfrm>
            <a:off x="4160520" y="1188720"/>
            <a:ext cx="109728" cy="3566160"/>
          </a:xfrm>
          <a:prstGeom prst="rect">
            <a:avLst/>
          </a:prstGeom>
          <a:solidFill>
            <a:srgbClr val="2F6A4F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3716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PER-CUSTOMER PACKS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34840" y="187452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 and Northstar already ship. Switching the live pack changes what the next hop reads. It does not rewrite closed decisions. Threshold default is 75%. Prepay credit default is 5 points. Respect-reject default is on. A second customer gets a second policy pack without touching the first.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188720"/>
            <a:ext cx="3749040" cy="3566160"/>
          </a:xfrm>
          <a:prstGeom prst="roundRect">
            <a:avLst>
              <a:gd name="adj" fmla="val 2564"/>
            </a:avLst>
          </a:prstGeom>
          <a:solidFill>
            <a:srgbClr val="141416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0" y="1188720"/>
            <a:ext cx="109728" cy="35661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13716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PATH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21040" y="187452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one company, two books, three agents. Helio Quote is that pilot. Golden set is the release gate. Pack: second customer, second policy pack. More agents: a legal-terms or usage-commit agent joins the same graph. The orchestrator still writes one label. Misses become new golden rows.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937760"/>
            <a:ext cx="11640312" cy="1600200"/>
          </a:xfrm>
          <a:prstGeom prst="roundRect">
            <a:avLst>
              <a:gd name="adj" fmla="val 5714"/>
            </a:avLst>
          </a:prstGeom>
          <a:solidFill>
            <a:srgbClr val="1A253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074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AND OPERATIONAL BOUNDARIES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5440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in the book is a business choice, visible and versioned, owned by RevOps. Agents cite it; they do not invent it. Over-autonomy is blocked: the crew cannot send, sign, or convert. Prompt injection is blocked: a note that says “ignore the discount book” is detected and cannot produce Approve. Drift is caught by Langfuse plus the golden harness. A policy version change is a human confirm, not a silent extract.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DealFlow · Deployment, Governance &amp; Scaling</dc:title>
  <dc:subject>PptxGenJS Presentation</dc:subject>
  <dc:creator>Shashank Jasra</dc:creator>
  <cp:lastModifiedBy>Shashank Jasra</cp:lastModifiedBy>
  <cp:revision>1</cp:revision>
  <dcterms:created xsi:type="dcterms:W3CDTF">2026-10-30T15:06:51Z</dcterms:created>
  <dcterms:modified xsi:type="dcterms:W3CDTF">2026-10-30T15:06:51Z</dcterms:modified>
</cp:coreProperties>
</file>