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PERSONAS  &amp;  JOBS TO BE DONE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Approval Agents  ·  Helio Quote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657600" cy="5212080"/>
          </a:xfrm>
          <a:prstGeom prst="roundRect">
            <a:avLst>
              <a:gd name="adj" fmla="val 3750"/>
            </a:avLst>
          </a:prstGeom>
          <a:solidFill>
            <a:srgbClr val="141416"/>
          </a:solidFill>
          <a:ln/>
          <a:effectLst>
            <a:outerShdw sx="100000" sy="100000" kx="0" ky="0" algn="bl" rotWithShape="0" blurRad="101600" dist="25400" dir="162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workspace/artifacts/searched_images/ixZg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63040"/>
            <a:ext cx="1188720" cy="1188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Lee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  ·  Helio Quote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383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3566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clean quotes and get them approved fast so I can send and close.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42519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Quarter-end queues that stall deals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4690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Inconsistent decisions across reviewers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4946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Legitimate exceptions stuck or rejected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52578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" y="5440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 quotes approved in &lt; 5 min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" y="5696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30% more time spent selling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5952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Higher win rate on approved deals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06240" y="1325880"/>
            <a:ext cx="3657600" cy="5212080"/>
          </a:xfrm>
          <a:prstGeom prst="roundRect">
            <a:avLst>
              <a:gd name="adj" fmla="val 3750"/>
            </a:avLst>
          </a:prstGeom>
          <a:solidFill>
            <a:srgbClr val="141416"/>
          </a:solidFill>
          <a:ln/>
          <a:effectLst>
            <a:outerShdw sx="100000" sy="100000" kx="0" ky="0" algn="bl" rotWithShape="0" blurRad="101600" dist="25400" dir="16200000">
              <a:srgbClr val="000000">
                <a:alpha val="40000"/>
              </a:srgbClr>
            </a:outerShdw>
          </a:effectLst>
        </p:spPr>
      </p:sp>
      <p:pic>
        <p:nvPicPr>
          <p:cNvPr id="20" name="Image 1" descr="/workspace/artifacts/searched_images/yZlQ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63040"/>
            <a:ext cx="1188720" cy="1188720"/>
          </a:xfrm>
          <a:prstGeom prst="ellipse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8912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Okonkwo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38912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Manager  ·  Helio Quote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434840" y="3383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434840" y="3566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only on true exceptions with full cited context and clear the queue before SLA.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434840" y="42519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43484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Buried in routine reviews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434840" y="4690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Adversarial notes trying to game policy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434840" y="4946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audit trail on why a score was given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434840" y="52578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434840" y="5440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70%+ of quotes auto-approved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434840" y="5696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Escalations meet SLA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434840" y="5952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successful note attacks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046720" y="1325880"/>
            <a:ext cx="3657600" cy="5212080"/>
          </a:xfrm>
          <a:prstGeom prst="roundRect">
            <a:avLst>
              <a:gd name="adj" fmla="val 3750"/>
            </a:avLst>
          </a:prstGeom>
          <a:solidFill>
            <a:srgbClr val="141416"/>
          </a:solidFill>
          <a:ln/>
          <a:effectLst>
            <a:outerShdw sx="100000" sy="100000" kx="0" ky="0" algn="bl" rotWithShape="0" blurRad="101600" dist="25400" dir="16200000">
              <a:srgbClr val="000000">
                <a:alpha val="40000"/>
              </a:srgbClr>
            </a:outerShdw>
          </a:effectLst>
        </p:spPr>
      </p:sp>
      <p:pic>
        <p:nvPicPr>
          <p:cNvPr id="34" name="Image 2" descr="/workspace/artifacts/searched_images/ttmx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463040"/>
            <a:ext cx="1188720" cy="1188720"/>
          </a:xfrm>
          <a:prstGeom prst="ellipse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22960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822960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/ Policy Owner  ·  Helio Quote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275320" y="3383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275320" y="3566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versioned policy books live and ensure every decision is reproducible and auditable.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275320" y="42519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27532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changes not applied consistently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275320" y="4690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visibility into agent reasoning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8275320" y="4946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Golden-set health hard to monitor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8275320" y="52578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8275320" y="5440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updates live in minutes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8275320" y="5696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Golden set 9/9 always green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275320" y="5952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Langfuse trace on every 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Target Personas &amp; Jobs to be Done</dc:title>
  <dc:subject>PptxGenJS Presentation</dc:subject>
  <dc:creator>Shashank Jasra</dc:creator>
  <cp:lastModifiedBy>Shashank Jasra</cp:lastModifiedBy>
  <cp:revision>1</cp:revision>
  <dcterms:created xsi:type="dcterms:W3CDTF">2026-10-30T14:36:39Z</dcterms:created>
  <dcterms:modified xsi:type="dcterms:W3CDTF">2026-10-30T14:36:39Z</dcterms:modified>
</cp:coreProperties>
</file>