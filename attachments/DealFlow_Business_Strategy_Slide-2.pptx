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 ALIGNMENT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quote-to-cash company. Does not replace it.  ·  DealFlow Approval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43000"/>
            <a:ext cx="91440" cy="310896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discount leakage and quarter-end gaming without slowing a clean renewal. Northwind (17.8% inside 22% ceiling) clears. Pinnacle (past exception ceiling) fails on price, not on who was on shift. The ceiling is the same at 9 a.m. and at quarter-end.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143000"/>
            <a:ext cx="91440" cy="310896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82880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spends time on the cases the matrix assigns, not on the 18% renewals. Auto-approvals never enter the human queue. Harbor lands with a named owner and 24-hour SLA. Alex Okonkwo sees only exceptions.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43000"/>
            <a:ext cx="91440" cy="31089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AUDIT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cites a versioned book owned by RevOps or Finance. DISC-POL-2026-01 and PAY-POL-2026-01 are visible. Langfuse traces every hop. Finance can replay why a score moved from 90 to 50 without asking who was on shift.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114300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141416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9720" y="1143000"/>
            <a:ext cx="91440" cy="3108960"/>
          </a:xfrm>
          <a:prstGeom prst="rect">
            <a:avLst/>
          </a:prstGeom>
          <a:solidFill>
            <a:srgbClr val="FF3D6E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1280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NOT A RIP-OUT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72600" y="182880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beside Salesforce CPQ, Revenue Cloud, DealHub, Conga, Zuora. Submit is the only inbound event. Write-back is one stage or a named assignment that resolves to SFDC:Finance or a DealHub group. The CPQ remains the system of record.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434840"/>
            <a:ext cx="11640312" cy="2103120"/>
          </a:xfrm>
          <a:prstGeom prst="roundRect">
            <a:avLst>
              <a:gd name="adj" fmla="val 4348"/>
            </a:avLst>
          </a:prstGeom>
          <a:solidFill>
            <a:srgbClr val="1A253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owns one hop. It does not own the quote. A B2B SaaS company keeps its existing CPQ and approval hierarchy. The agents read the live books, write one cited label, and either clear the quote or name a person with an SLA. Policy packs are per-customer. Helio and Northstar already ship. Switching the live pack changes what the next hop reads. It does not rewrite closed decisions. The product is configurable, not a rip-and-replace.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Business Strategy Alignment</dc:title>
  <dc:subject>PptxGenJS Presentation</dc:subject>
  <dc:creator>Shashank Jasra</dc:creator>
  <cp:lastModifiedBy>Shashank Jasra</cp:lastModifiedBy>
  <cp:revision>1</cp:revision>
  <dcterms:created xsi:type="dcterms:W3CDTF">2026-10-30T14:49:04Z</dcterms:created>
  <dcterms:modified xsi:type="dcterms:W3CDTF">2026-10-30T14:49:04Z</dcterms:modified>
</cp:coreProperties>
</file>