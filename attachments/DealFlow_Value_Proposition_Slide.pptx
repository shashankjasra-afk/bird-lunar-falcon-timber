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D5C68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64592"/>
            <a:ext cx="9144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PROPOSITION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DB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book. Same label. A person only when the book says so.  ·  DealFlow Approval Agents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2834640" cy="2148840"/>
          </a:xfrm>
          <a:prstGeom prst="roundRect">
            <a:avLst>
              <a:gd name="adj" fmla="val 4255"/>
            </a:avLst>
          </a:prstGeom>
          <a:solidFill>
            <a:srgbClr val="141416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2344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HOP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600200"/>
            <a:ext cx="256032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write only Submit → Approved / Escalated / Rejected. Sent, signed, and converted stay with the seller. The CPQ remains the system of record.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46120" y="1143000"/>
            <a:ext cx="2834640" cy="2148840"/>
          </a:xfrm>
          <a:prstGeom prst="roundRect">
            <a:avLst>
              <a:gd name="adj" fmla="val 4255"/>
            </a:avLst>
          </a:prstGeom>
          <a:solidFill>
            <a:srgbClr val="141416"/>
          </a:solidFill>
          <a:ln/>
        </p:spPr>
      </p:sp>
      <p:sp>
        <p:nvSpPr>
          <p:cNvPr id="9" name="Text 7"/>
          <p:cNvSpPr/>
          <p:nvPr/>
        </p:nvSpPr>
        <p:spPr>
          <a:xfrm>
            <a:off x="3383280" y="12344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383280" y="1600200"/>
            <a:ext cx="256032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label names the policy rule and the file it opened. DISC-POL-2026-01 and PAY-POL-2026-01 are visible. The confidence formula is arithmetic, not a label.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217920" y="1143000"/>
            <a:ext cx="2834640" cy="2148840"/>
          </a:xfrm>
          <a:prstGeom prst="roundRect">
            <a:avLst>
              <a:gd name="adj" fmla="val 4255"/>
            </a:avLst>
          </a:prstGeom>
          <a:solidFill>
            <a:srgbClr val="141416"/>
          </a:solidFill>
          <a:ln/>
        </p:spPr>
      </p:sp>
      <p:sp>
        <p:nvSpPr>
          <p:cNvPr id="12" name="Text 10"/>
          <p:cNvSpPr/>
          <p:nvPr/>
        </p:nvSpPr>
        <p:spPr>
          <a:xfrm>
            <a:off x="6355080" y="12344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QUEUE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355080" y="1600200"/>
            <a:ext cx="256032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 is a person, an SLA, and a reason — not a bucket. “Assigned to: Finance | SLA: 24 h | Reason: …” resolves to a real Salesforce or DealHub queue.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189720" y="1143000"/>
            <a:ext cx="2834640" cy="2148840"/>
          </a:xfrm>
          <a:prstGeom prst="roundRect">
            <a:avLst>
              <a:gd name="adj" fmla="val 4255"/>
            </a:avLst>
          </a:prstGeom>
          <a:solidFill>
            <a:srgbClr val="141416"/>
          </a:solidFill>
          <a:ln/>
        </p:spPr>
      </p:sp>
      <p:sp>
        <p:nvSpPr>
          <p:cNvPr id="15" name="Text 13"/>
          <p:cNvSpPr/>
          <p:nvPr/>
        </p:nvSpPr>
        <p:spPr>
          <a:xfrm>
            <a:off x="9326880" y="12344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9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326880" y="1600200"/>
            <a:ext cx="256032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set passes. A note that demands Approve still fails. RevOps owns the set. Langfuse traces every hop: plan, specialists, combine, guardrail.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11480" y="3429000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 THE BUYER CAN UNDERWRITE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3749040"/>
            <a:ext cx="3749040" cy="1828800"/>
          </a:xfrm>
          <a:prstGeom prst="roundRect">
            <a:avLst>
              <a:gd name="adj" fmla="val 5000"/>
            </a:avLst>
          </a:prstGeom>
          <a:solidFill>
            <a:srgbClr val="141416"/>
          </a:solidFill>
          <a:ln/>
        </p:spPr>
      </p:sp>
      <p:sp>
        <p:nvSpPr>
          <p:cNvPr id="19" name="Shape 17"/>
          <p:cNvSpPr/>
          <p:nvPr/>
        </p:nvSpPr>
        <p:spPr>
          <a:xfrm>
            <a:off x="274320" y="3749040"/>
            <a:ext cx="91440" cy="1828800"/>
          </a:xfrm>
          <a:prstGeom prst="rect">
            <a:avLst/>
          </a:prstGeom>
          <a:solidFill>
            <a:srgbClr val="1D5C68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38404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TIME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2920" y="4160520"/>
            <a:ext cx="3383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renewals (Northwind: 17.8% inside 22% ceiling, credit Strong, $0 overdue) clear without a desk touch. Harbor-style holds still land with a named owner and 24-hour SLA.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160520" y="3749040"/>
            <a:ext cx="3749040" cy="1828800"/>
          </a:xfrm>
          <a:prstGeom prst="roundRect">
            <a:avLst>
              <a:gd name="adj" fmla="val 5000"/>
            </a:avLst>
          </a:prstGeom>
          <a:solidFill>
            <a:srgbClr val="141416"/>
          </a:solidFill>
          <a:ln/>
        </p:spPr>
      </p:sp>
      <p:sp>
        <p:nvSpPr>
          <p:cNvPr id="23" name="Shape 21"/>
          <p:cNvSpPr/>
          <p:nvPr/>
        </p:nvSpPr>
        <p:spPr>
          <a:xfrm>
            <a:off x="4160520" y="3749040"/>
            <a:ext cx="91440" cy="1828800"/>
          </a:xfrm>
          <a:prstGeom prst="rect">
            <a:avLst/>
          </a:prstGeom>
          <a:solidFill>
            <a:srgbClr val="2F6A4F"/>
          </a:solidFill>
          <a:ln/>
        </p:spPr>
      </p:sp>
      <p:sp>
        <p:nvSpPr>
          <p:cNvPr id="24" name="Text 22"/>
          <p:cNvSpPr/>
          <p:nvPr/>
        </p:nvSpPr>
        <p:spPr>
          <a:xfrm>
            <a:off x="4389120" y="38404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389120" y="4160520"/>
            <a:ext cx="3383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42% expansion no longer depends on who is on shift. The exception ceiling is the same at 9 a.m. and at quarter-end. Pinnacle fails on price, not on who reviewed it.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046720" y="3749040"/>
            <a:ext cx="3749040" cy="1828800"/>
          </a:xfrm>
          <a:prstGeom prst="roundRect">
            <a:avLst>
              <a:gd name="adj" fmla="val 5000"/>
            </a:avLst>
          </a:prstGeom>
          <a:solidFill>
            <a:srgbClr val="141416"/>
          </a:solidFill>
          <a:ln/>
        </p:spPr>
      </p:sp>
      <p:sp>
        <p:nvSpPr>
          <p:cNvPr id="27" name="Shape 25"/>
          <p:cNvSpPr/>
          <p:nvPr/>
        </p:nvSpPr>
        <p:spPr>
          <a:xfrm>
            <a:off x="8046720" y="3749040"/>
            <a:ext cx="91440" cy="182880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28" name="Text 26"/>
          <p:cNvSpPr/>
          <p:nvPr/>
        </p:nvSpPr>
        <p:spPr>
          <a:xfrm>
            <a:off x="8275320" y="38404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275320" y="4160520"/>
            <a:ext cx="3383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hop is a Langfuse trace: plan, two specialists, combine, guardrail. Finance can replay why a label was written, including the exact cuts that produced 88% or 50%.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0" y="5715000"/>
            <a:ext cx="12188952" cy="1143000"/>
          </a:xfrm>
          <a:prstGeom prst="rect">
            <a:avLst/>
          </a:prstGeom>
          <a:solidFill>
            <a:srgbClr val="1A2530"/>
          </a:solidFill>
          <a:ln/>
        </p:spPr>
      </p:sp>
      <p:sp>
        <p:nvSpPr>
          <p:cNvPr id="31" name="Text 29"/>
          <p:cNvSpPr/>
          <p:nvPr/>
        </p:nvSpPr>
        <p:spPr>
          <a:xfrm>
            <a:off x="411480" y="5833872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3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 NOT DO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11480" y="6108192"/>
            <a:ext cx="11338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DB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replace quoting, pricing configuration, or e-sign. Notes are readable by people and are not an instruction the crew will follow. Agents cannot send, sign, or convert. Escalate always names a person and an SLA.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DealFlow · Value Proposition</dc:title>
  <dc:subject>PptxGenJS Presentation</dc:subject>
  <dc:creator>Shashank Jasra</dc:creator>
  <cp:lastModifiedBy>Shashank Jasra</cp:lastModifiedBy>
  <cp:revision>1</cp:revision>
  <dcterms:created xsi:type="dcterms:W3CDTF">2026-10-30T14:46:36Z</dcterms:created>
  <dcterms:modified xsi:type="dcterms:W3CDTF">2026-10-30T14:46:36Z</dcterms:modified>
</cp:coreProperties>
</file>