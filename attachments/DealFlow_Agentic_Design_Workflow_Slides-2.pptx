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DESIGN AND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one graph, one write-back  ·  DealFlow Approval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109728" cy="25603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hop on Submit. Waits for both specialists. Keeps the stricter label. Writes the stage or the named assignment. Does not see notes as instructions.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18872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141416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20" y="1188720"/>
            <a:ext cx="109728" cy="256032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34840" y="1691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0116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live discount book for segment and quote type, then the account file: closed years, peers for new logos, multi-year terms. Cites DISC-POL-2026-01.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118872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141416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1188720"/>
            <a:ext cx="109728" cy="2560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1691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0116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cash book and the receivables file. A worse term than last year, or open dues, is a hold — not a suggestion. Cites PAY-POL-2026-01.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31920"/>
            <a:ext cx="11548872" cy="2606040"/>
          </a:xfrm>
          <a:prstGeom prst="roundRect">
            <a:avLst>
              <a:gd name="adj" fmla="val 3509"/>
            </a:avLst>
          </a:prstGeom>
          <a:solidFill>
            <a:srgbClr val="1A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69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AND GRAPH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434840"/>
            <a:ext cx="11155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· LangGraph StateGraph · Pydantic. The graph is plan → discount and payment in parallel → combine → guardrail. Each node returns a typed object: decision, confidence, thought, cited rules. CrewAI was the other option. This build uses LangGraph. A note cannot talk to either specialist as an instruction. The output guardrail blocks a looser label than the books.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HOP ACTUALLY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hop sequence from the live Agents tab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is still a draft. No agent has started. Jordan Lee owns Q-2026-1001.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862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opens the hop. Notes are scanned and not obeyed.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book and the account file. Writes one label.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118872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2980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0" y="18288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cash book and dues. Writes one label.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840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beats Escalate. Escalate beats Approve.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20040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840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cannot force Approve. No citation forces a hold.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200400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14141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3383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55080" y="38404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Approved, or a named person with an SLA.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5303520"/>
            <a:ext cx="11640312" cy="1280160"/>
          </a:xfrm>
          <a:prstGeom prst="roundRect">
            <a:avLst>
              <a:gd name="adj" fmla="val 5714"/>
            </a:avLst>
          </a:prstGeom>
          <a:solidFill>
            <a:srgbClr val="1A253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4406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FROM THE LIVE FLOW TAB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715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(clean) → Approved, seller sends. Kite &amp; Harbor (notes demand Approve) → Reject, note is evidence of an attack, not an instruction. Harbor (discount above standard, payment would approve) → stricter label wins, assigned Deal Desk Manager, 24h SLA.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Agentic AI Design and Workflow</dc:title>
  <dc:subject>PptxGenJS Presentation</dc:subject>
  <dc:creator>Shashank Jasra</dc:creator>
  <cp:lastModifiedBy>Shashank Jasra</cp:lastModifiedBy>
  <cp:revision>1</cp:revision>
  <dcterms:created xsi:type="dcterms:W3CDTF">2026-10-30T14:58:45Z</dcterms:created>
  <dcterms:modified xsi:type="dcterms:W3CDTF">2026-10-30T14:58:45Z</dcterms:modified>
</cp:coreProperties>
</file>