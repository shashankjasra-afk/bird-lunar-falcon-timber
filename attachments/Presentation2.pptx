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E3CBB-95E8-48A4-AD02-83DAABB2B088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E8F5B-AD71-4182-8984-56E7B40D2F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138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580F-4CCE-7D63-5F61-1EFD0C920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5A4E8-EE2C-911F-E4D7-8C93896C4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7F1E8-C56B-6682-858E-E2E1BCBB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93BAE-451D-9889-9C98-F7A0098BF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AC5F0-E99D-BF58-0EE6-4ADFC8D8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424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26C79-A728-66E3-E997-5FB2F1DD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F912A-A821-0944-255E-F91CA8D9E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01F9F-999D-B086-74DC-09DDA9DB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FE75F-3CD6-B064-FEB9-45B6295F6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3A49C-660A-4739-C986-CC2B92AB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3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6E84-F295-79F1-4EF6-F03188C8C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93FD8-3C79-C474-5FB4-281D53201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A2370-81AF-6E61-C4FB-B6F838ED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57502-A880-D28D-B4FD-7B19BF88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1A946-0C37-B9EC-5871-26C3E8D8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696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0AD4-3176-EB80-A8A3-E4F363D3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29B02-984B-6B4B-77CF-C570693F1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2702B-EC30-E1F8-A97D-6CC36DA1F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AB85B-DF09-4EB4-FC20-050E462E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53730-93E7-CE42-E29C-68DA37C1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71413-5B19-C6F9-9164-5EC94864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180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9B45-9533-BF7E-73ED-C6063FBAF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18921-FAFA-4057-AF66-D1DDB485A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B74FD-D6A1-BAD4-CF00-E59F5A5B7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DBFB9-CFA3-B61D-5DC0-57C018CAE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5C804-3143-22D6-9E54-B9D09DA346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E94F3-065C-B2CB-5715-83C77BA3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92E02-EA11-5616-B478-55211839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ECF4A-B174-F3E7-6DB9-D4033DF7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66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5E85-7A59-4DFC-03CE-5B65CFD7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2062E-C5D7-99B4-7132-C4B875038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3DD8E9-FA6B-D4C9-79B7-74715FAF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7A173-961B-23B2-C629-983CA17F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98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45806F-57A1-25CF-3CF5-7CE6275F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73542D-E6AC-82BC-0C5B-923BBF7B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448D1-3A19-FC34-3B18-56E4F975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27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E8C0-3DFC-075B-56C7-168DCD373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A3A8D-9110-BFF5-3DAE-B36A92609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1A078-677D-B5CA-E6A0-ED57A02BD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420A0-3947-DD6B-CAC3-49694B43A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8A112-A238-02AC-2A87-B354DB5F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A3A8F-4D71-DCCD-297B-8104A7BD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04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54E8-86C8-7B6E-6ACF-DF2F8993B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72C8DC-5705-A3E7-BCBA-A9BEBE4B4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31FD5-23FE-36C6-8D7D-73AE1D157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D5B9B-6CB3-86F0-1B78-75EE6B8C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2FE69-1B1F-C71B-B803-AD2B1927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0E162-08A2-E7C8-F470-B9803BE6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448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1D2C7-BF38-627E-2091-54E054FA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39E45-E9CF-6311-93CA-88F2B81BC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26B9C-B78F-4459-7255-4D9F0FE7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9DC85-4934-2738-7ED2-E561B48C5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CDEFF-236A-4701-AE71-6B5CA3BA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08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5EEF5-E9B2-171E-9A82-0F09BD2C1A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78854-9D55-D9AF-4DE0-4BA7CE257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79569-FAD6-FB64-D03A-5C0B0D32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26639-F2BF-5E52-DF8F-10487F829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A5DE6-F3B4-F425-41E1-0AF10C58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097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86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33F80-7AD8-6407-CAA0-22049D4B0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24AF4-57F7-E11F-E5AB-8E08AEA4C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288E9-4548-D2A6-F9E8-920910DB6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F3764-3FEF-4D5A-9316-2BA6CC8F6A1B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AD89B-3D18-8D90-8D90-29F4F460D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02E0C-54D8-CC66-9ACB-C61EAC638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BD161-FAA4-4385-B8B4-8EB7AF448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90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8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3068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3068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book. Same label. A person only when the book says so.  ·  DealFlow Approval Agents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0188" y="1681701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41416"/>
          </a:solidFill>
          <a:ln/>
        </p:spPr>
      </p:sp>
      <p:sp>
        <p:nvSpPr>
          <p:cNvPr id="19" name="Shape 17"/>
          <p:cNvSpPr/>
          <p:nvPr/>
        </p:nvSpPr>
        <p:spPr>
          <a:xfrm>
            <a:off x="230188" y="1681701"/>
            <a:ext cx="91440" cy="182880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20" name="Text 18"/>
          <p:cNvSpPr/>
          <p:nvPr/>
        </p:nvSpPr>
        <p:spPr>
          <a:xfrm>
            <a:off x="458788" y="177314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8788" y="2093181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is 2.1 days. A clean renewal (Northwind: 17.8% inside 22%, credit Strong, $0 overdue) clears in under 30 seconds. Harbor lands with Finance and a 24-hour SLA.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6388" y="1681701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41416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6388" y="1681701"/>
            <a:ext cx="91440" cy="182880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24" name="Text 22"/>
          <p:cNvSpPr/>
          <p:nvPr/>
        </p:nvSpPr>
        <p:spPr>
          <a:xfrm>
            <a:off x="4344988" y="177314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44988" y="2093181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42% expansion no longer depends on who is on shift. The exception ceiling is the same at 9 a.m. and at quarter-end. Pinnacle fails on price, not on who reviewed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02588" y="1681701"/>
            <a:ext cx="3749040" cy="1828800"/>
          </a:xfrm>
          <a:prstGeom prst="roundRect">
            <a:avLst>
              <a:gd name="adj" fmla="val 5000"/>
            </a:avLst>
          </a:prstGeom>
          <a:solidFill>
            <a:srgbClr val="141416"/>
          </a:solidFill>
          <a:ln/>
        </p:spPr>
      </p:sp>
      <p:sp>
        <p:nvSpPr>
          <p:cNvPr id="27" name="Shape 25"/>
          <p:cNvSpPr/>
          <p:nvPr/>
        </p:nvSpPr>
        <p:spPr>
          <a:xfrm>
            <a:off x="8002588" y="1681701"/>
            <a:ext cx="91440" cy="1828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8231188" y="177314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31188" y="2093181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is a Langfuse trace: plan, two specialists, combine, guardrail. Finance can replay why a label was written, including the exact cuts that produced 88% or 50%.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588" y="5719572"/>
            <a:ext cx="12188952" cy="1143000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31" name="Text 29"/>
          <p:cNvSpPr/>
          <p:nvPr/>
        </p:nvSpPr>
        <p:spPr>
          <a:xfrm>
            <a:off x="413068" y="58338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3068" y="6108192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replace quoting, pricing, or e-sign. No judgment on complex strategic deals. No learning from overrides in the MVP. No legal redlining. Agents cannot send, sign, or convert. Escalate always names a person and an SLA.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 Jasra</dc:creator>
  <cp:lastModifiedBy>Sarthak Jasra</cp:lastModifiedBy>
  <cp:revision>1</cp:revision>
  <dcterms:created xsi:type="dcterms:W3CDTF">2026-10-30T17:02:35Z</dcterms:created>
  <dcterms:modified xsi:type="dcterms:W3CDTF">2026-10-30T17:02:43Z</dcterms:modified>
</cp:coreProperties>
</file>