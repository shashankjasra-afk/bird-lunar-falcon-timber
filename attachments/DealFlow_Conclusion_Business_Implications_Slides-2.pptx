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CONCLUSION &amp; BUSINESS IMPLICATIONS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A bounded crew is the product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indent="0" marL="0">
              <a:buNone/>
            </a:pPr>
            <a:r>
              <a:rPr lang="en-US" sz="1300" b="1" dirty="0">
                <a:solidFill>
                  <a:srgbClr val="1D5C68"/>
                </a:solidFill>
                <a:latin typeface="Calibri" pitchFamily="34" charset="0"/>
                <a:ea typeface="Calibri" pitchFamily="34" charset="-122"/>
                <a:cs typeface="Calibri" pitchFamily="34" charset="-120"/>
              </a:rPr>
              <a:t>ONE HOP</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Three agents own only the hop from Submit for approval to Approved, Escalated, or Rejected. The CPQ remains the system of record for everything after Approved. Salesforce CPQ, Revenue Cloud, DealHub, Conga, and Zuora stay the authority. The product is a specialist the CPQ can call.</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indent="0" marL="0">
              <a:buNone/>
            </a:pPr>
            <a:r>
              <a:rPr lang="en-US" sz="1300" b="1" dirty="0">
                <a:solidFill>
                  <a:srgbClr val="2F6A4F"/>
                </a:solidFill>
                <a:latin typeface="Calibri" pitchFamily="34" charset="0"/>
                <a:ea typeface="Calibri" pitchFamily="34" charset="-122"/>
                <a:cs typeface="Calibri" pitchFamily="34" charset="-120"/>
              </a:rPr>
              <a:t>CITED AND NAMED</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live. Escalate names a person, an SLA, and a reason that resolves to a Salesforce queue or a DealHub group. A note cannot force Approve. The golden set is the release gate — currently 9 of 9.</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AGENTIC, NOT RULES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The specialists open the commercial file: closed years, peers for new logos, multi-year terms, open receivables. They write a thought. The orchestrator keeps the stricter label. A guardrail checks that a note cannot approve the quote. LangGraph orders the three agents. Pydantic checks each node.</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indent="0" marL="0">
              <a:buNone/>
            </a:pPr>
            <a:r>
              <a:rPr lang="en-US" sz="1300" b="1" dirty="0">
                <a:solidFill>
                  <a:srgbClr val="FF3D6E"/>
                </a:solidFill>
                <a:latin typeface="Calibri" pitchFamily="34" charset="0"/>
                <a:ea typeface="Calibri" pitchFamily="34" charset="-122"/>
                <a:cs typeface="Calibri" pitchFamily="34" charset="-120"/>
              </a:rPr>
              <a:t>BOUNDED</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Agents cannot write Sent, Signed, or Converted. Escalate always names a person and an SLA. A missing citation forces a hold. Over-autonomy is blocked. Prompt injection is blocked. Switching a policy pack changes what the next hop reads. It does not rewrite closed decisions.</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indent="0" marL="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why a label was written.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BUSINESS IMPLICATIONS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What the hop is worth, and why the business cares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CYCLE TIME</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Clean renewals clear without a desk touch. Northwind (17.8% inside 22% ceiling, credit Strong) is Approved at 89% and the seller sends. Harbor-style holds still land with a named owner in 24 hours. Deal Desk spends time on the cases the matrix assigns, not on the 18% renewals.</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indent="0" marL="0">
              <a:buNone/>
            </a:pPr>
            <a:r>
              <a:rPr lang="en-US" sz="1400" b="1" dirty="0">
                <a:solidFill>
                  <a:srgbClr val="2F6A4F"/>
                </a:solidFill>
                <a:latin typeface="Calibri" pitchFamily="34" charset="0"/>
                <a:ea typeface="Calibri" pitchFamily="34" charset="-122"/>
                <a:cs typeface="Calibri" pitchFamily="34" charset="-120"/>
              </a:rPr>
              <a:t>LEAKAGE</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42% expansion no longer depends on who is on shift. Pinnacle is Rejected at 13% because the ask is past the exception ceiling. The exception ceiling is the same at 9 a.m. and at quarter-end. Vanta’s quarter-end window is a policy flag, not an instruction in the notes.</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AUDIT</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Every hop is a Langfuse trace: plan, two specialists, combine, guardrail. Scores: label_match and note_ignored. Finance can replay why a label was written, including the exact cuts that produced 88% or 50%. The golden set is the release gate. Currently 9 of 9 match.</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PLATFORM, NOT A RIP-OUT</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Integrates beside Salesforce CPQ, Revenue Cloud, DealHub, Conga, and Zuora. The CPQ remains the system of record. The product is a specialist the CPQ can call. It is not a CPQ replacement. In production the graph runs in a container beside the system of record. The only thing written back is one stage or one named assignment.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Conclusion &amp; Business Implications</dc:title>
  <dc:subject>PptxGenJS Presentation</dc:subject>
  <dc:creator>Shashank Jasra</dc:creator>
  <cp:lastModifiedBy>Shashank Jasra</cp:lastModifiedBy>
  <cp:revision>1</cp:revision>
  <dcterms:created xsi:type="dcterms:W3CDTF">2026-10-30T15:26:55Z</dcterms:created>
  <dcterms:modified xsi:type="dcterms:W3CDTF">2026-10-30T15:26:55Z</dcterms:modified>
</cp:coreProperties>
</file>