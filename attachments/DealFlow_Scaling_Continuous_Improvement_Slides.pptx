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SCALING &amp; CONTINUOUS IMPROVEMENT</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From one hop to a policy platform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indent="0" marL="0">
              <a:buNone/>
            </a:pPr>
            <a:r>
              <a:rPr lang="en-US" sz="1300" b="1" dirty="0">
                <a:solidFill>
                  <a:srgbClr val="1D5C68"/>
                </a:solidFill>
                <a:latin typeface="Calibri" pitchFamily="34" charset="0"/>
                <a:ea typeface="Calibri" pitchFamily="34" charset="-122"/>
                <a:cs typeface="Calibri" pitchFamily="34" charset="-120"/>
              </a:rPr>
              <a:t>PILOT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One company, two books, three agents. Helio Quote is that pilot. Live books DISC-POL-2026-01 and PAY-POL-2026-01, version 2026.Q3, owned by Revenue Operations, confirmed 2026-07-15. Golden set of nine quotes is the release gate.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indent="0" marL="0">
              <a:buNone/>
            </a:pPr>
            <a:r>
              <a:rPr lang="en-US" sz="1300" b="1" dirty="0">
                <a:solidFill>
                  <a:srgbClr val="2F6A4F"/>
                </a:solidFill>
                <a:latin typeface="Calibri" pitchFamily="34" charset="0"/>
                <a:ea typeface="Calibri" pitchFamily="34" charset="-122"/>
                <a:cs typeface="Calibri" pitchFamily="34" charset="-120"/>
              </a:rPr>
              <a:t>PACK</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Second customer, second policy pack. Helio and Northstar already ship. Switching the live pack changes what the next hop reads. It does not rewrite closed decisions. Threshold default is 75%. Prepay credit default is 5 points. Respect-reject default is on. A second customer gets a second pack without touching the first.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MORE AGENTS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A legal-terms or usage-commit agent joins the same graph. The orchestrator still waits for every specialist. The stricter label still wins. The orchestrator still writes one label. The guardrail still checks the final label. The CPQ still owns everything after Approved.</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indent="0" marL="0">
              <a:buNone/>
            </a:pPr>
            <a:r>
              <a:rPr lang="en-US" sz="1300" b="1" dirty="0">
                <a:solidFill>
                  <a:srgbClr val="FF3D6E"/>
                </a:solidFill>
                <a:latin typeface="Calibri" pitchFamily="34" charset="0"/>
                <a:ea typeface="Calibri" pitchFamily="34" charset="-122"/>
                <a:cs typeface="Calibri" pitchFamily="34" charset="-120"/>
              </a:rPr>
              <a:t>LEARNING LOOP</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Misses from the golden harness and from Deal Desk overrides become new golden rows. Threshold and assignment rules stay config, not code. A policy version change is a human confirm, not a silent extract. Ceiling edits apply to the next hop only.</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indent="0" marL="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The golden set is the release gate.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CONTINUOUS IMPROVEMENT 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How the hop gets better without becoming a different product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indent="0" marL="0">
              <a:buNone/>
            </a:pPr>
            <a:r>
              <a:rPr lang="en-US" sz="1300" b="1" dirty="0">
                <a:solidFill>
                  <a:srgbClr val="1D5C68"/>
                </a:solidFill>
                <a:latin typeface="Calibri" pitchFamily="34" charset="0"/>
                <a:ea typeface="Calibri" pitchFamily="34" charset="-122"/>
                <a:cs typeface="Calibri" pitchFamily="34" charset="-120"/>
              </a:rPr>
              <a:t>GOLDEN SET GROWS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miss on the harness becomes a new row. A Deal Desk override that disagrees with the engine becomes a new row. The set stays owned by RevOps. Each new row carries one expected label, the commercial file the books saw, and the band they applied. Currently 9 of 9.</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indent="0" marL="0">
              <a:buNone/>
            </a:pPr>
            <a:r>
              <a:rPr lang="en-US" sz="1300" b="1" dirty="0">
                <a:solidFill>
                  <a:srgbClr val="2F6A4F"/>
                </a:solidFill>
                <a:latin typeface="Calibri" pitchFamily="34" charset="0"/>
                <a:ea typeface="Calibri" pitchFamily="34" charset="-122"/>
                <a:cs typeface="Calibri" pitchFamily="34" charset="-120"/>
              </a:rPr>
              <a:t>POLICY PACKS EVOLVE</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RevOps uploads an unstructured policy. AI extracts structured rules. A human confirms. The confirmed version becomes live. Previous version is archived and stamped with ownership. Ceiling edits apply to the next hop only. Reset demo book restores the loaded extract if needed.</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indent="0" marL="0">
              <a:buNone/>
            </a:pPr>
            <a:r>
              <a:rPr lang="en-US" sz="1300" b="1" dirty="0">
                <a:solidFill>
                  <a:srgbClr val="FF3D6E"/>
                </a:solidFill>
                <a:latin typeface="Calibri" pitchFamily="34" charset="0"/>
                <a:ea typeface="Calibri" pitchFamily="34" charset="-122"/>
                <a:cs typeface="Calibri" pitchFamily="34" charset="-120"/>
              </a:rPr>
              <a:t>GUARDRAILS STAY FIXED</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note cannot force Approve. No citation forces a hold. Agents cannot write Sent, Signed, or Converted. Escalate always names a person and an SLA. Over-autonomy stays blocked. Prompt injection stays blocked. These do not relax as the set grows or as new agents join.</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WHAT DOES NOT CHANGE AS IT SCALES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The product still owns only one hop. The CPQ remains the system of record. The orchestrator still writes one label. The stricter of the specialists still wins. A note is still not an instruction. Finance can still replay why a label was written, including the exact cuts that produced 88% or 50%. The golden set remains the release gate.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Scaling &amp; Continuous Improvement</dc:title>
  <dc:subject>PptxGenJS Presentation</dc:subject>
  <dc:creator>Shashank Jasra</dc:creator>
  <cp:lastModifiedBy>Shashank Jasra</cp:lastModifiedBy>
  <cp:revision>1</cp:revision>
  <dcterms:created xsi:type="dcterms:W3CDTF">2026-10-30T15:17:51Z</dcterms:created>
  <dcterms:modified xsi:type="dcterms:W3CDTF">2026-10-30T15:17:51Z</dcterms:modified>
</cp:coreProperties>
</file>