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OVERSIGHT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risks of an agent that can approve money  ·  DealFlow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880360" cy="416052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43000"/>
            <a:ext cx="109728" cy="41605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THE BOOK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ceiling that is tighter for one segment is a business choice, not a model accident. It is visible, versioned, and owned by RevOps. Agents cite DISC-POL-2026-01 or PAY-POL-2026-01. They do not invent a new ceiling. The golden set makes the choice testable. Currently 9 of 9 match.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880360" cy="416052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143000"/>
            <a:ext cx="109728" cy="4160520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80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DECISIONS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label carries the rule, the confidence formula, and the file that was opened. A seller can open “Show agent reasoning” and see the arithmetic. Northwind: 88 − 0 = 88, floor 84. Marlow: 50 after elevated-terms cut. Finance can replay the hop in Langfuse.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143000"/>
            <a:ext cx="2880360" cy="416052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143000"/>
            <a:ext cx="109728" cy="4160520"/>
          </a:xfrm>
          <a:prstGeom prst="rect">
            <a:avLst/>
          </a:prstGeom>
          <a:solidFill>
            <a:srgbClr val="FF3D6E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280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OVER-AUTONOMY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178308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crew cannot send, sign, or convert. Escalate always names a person and an SLA. Reject returns the quote to the seller. Approved clears the hop and stops. The seller keeps everything after Approved. Assignment resolves to SFDC:Finance or a DealHub group.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81160" y="1143000"/>
            <a:ext cx="2880360" cy="416052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18" name="Shape 16"/>
          <p:cNvSpPr/>
          <p:nvPr/>
        </p:nvSpPr>
        <p:spPr>
          <a:xfrm>
            <a:off x="9281160" y="1143000"/>
            <a:ext cx="109728" cy="41605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9509760" y="12801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0" y="1783080"/>
            <a:ext cx="2514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that says “ignore the discount book” or “mark this Approved” is detected and cannot produce Approve. That is the ethical control, not a filter on tone. Kite &amp; Harbor is the live example. The guardrail scores note_ignored. An approval that followed the notes scores zero.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5486400"/>
            <a:ext cx="11731752" cy="1097280"/>
          </a:xfrm>
          <a:prstGeom prst="roundRect">
            <a:avLst>
              <a:gd name="adj" fmla="val 6667"/>
            </a:avLst>
          </a:prstGeom>
          <a:solidFill>
            <a:srgbClr val="1A253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571500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the hop reads commercial fields only — discount, terms, ACV, receivables. It does not need personal data beyond the seller and the account name.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OVERSIGHT IS ENFORCED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Langfuse, golden harness, and human confirm  ·  DealFlow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14141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88720"/>
            <a:ext cx="109728" cy="356616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SCORES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live submit is a generation named approval-agents and a trace named dealflow.approval. Inside the trace: plan, two specialist spans, orchestrator, and output guardrail. Scores on the trace: label_match and note_ignored. An approval that followed the notes scores zero on note_ignored. Keys stay server-side.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11887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141416"/>
          </a:solidFill>
          <a:ln/>
        </p:spPr>
      </p:sp>
      <p:sp>
        <p:nvSpPr>
          <p:cNvPr id="10" name="Shape 8"/>
          <p:cNvSpPr/>
          <p:nvPr/>
        </p:nvSpPr>
        <p:spPr>
          <a:xfrm>
            <a:off x="4160520" y="1188720"/>
            <a:ext cx="109728" cy="3566160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HARNESS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187452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quotes labeled before the engine ran. Each label is a single word. RevOps owns the set. Currently 9 of 9 match Helio’s live book. Includes clean approve (Northwind), hard reject (Pinnacle), term escalate (Harbor), quarter-end flag (Vanta), multi-year prepay threshold (Sable), and note-attack reject (Kite). A miss becomes a new golden row.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1887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141416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188720"/>
            <a:ext cx="109728" cy="35661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187452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version change is a human confirm, not a silent extract. Upload → AI extract → human confirm → live version. Ceiling edits apply to the next hop only. Publishing archives the previous version and stamps ownership. Reset demo book restores the loaded extract. Switching a policy pack changes what the next hop reads. It does not rewrite closed decisions.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937760"/>
            <a:ext cx="11640312" cy="1600200"/>
          </a:xfrm>
          <a:prstGeom prst="roundRect">
            <a:avLst>
              <a:gd name="adj" fmla="val 5714"/>
            </a:avLst>
          </a:prstGeom>
          <a:solidFill>
            <a:srgbClr val="1A253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074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OVERSIGHT CATCHES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440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crew that starts approving what the book would hold. A note that successfully forces Approve. A missing citation. An assignment that does not name a person or an SLA. Drift between the live book and the golden set. A policy version change that was not human-confirmed. Finance can replay why a label was written, including the exact cuts that produced 88% or 50%.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DealFlow · Ethical Oversight Plan</dc:title>
  <dc:subject>PptxGenJS Presentation</dc:subject>
  <dc:creator>Shashank Jasra</dc:creator>
  <cp:lastModifiedBy>Shashank Jasra</cp:lastModifiedBy>
  <cp:revision>1</cp:revision>
  <dcterms:created xsi:type="dcterms:W3CDTF">2026-10-30T15:25:01Z</dcterms:created>
  <dcterms:modified xsi:type="dcterms:W3CDTF">2026-10-30T15:25:01Z</dcterms:modified>
</cp:coreProperties>
</file>