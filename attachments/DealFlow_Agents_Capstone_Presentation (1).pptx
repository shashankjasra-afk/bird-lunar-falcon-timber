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80" r:id="rId46"/>
    <p:sldId id="270" r:id="rId20"/>
    <p:sldId id="271" r:id="rId21"/>
    <p:sldId id="272" r:id="rId22"/>
    <p:sldId id="281" r:id="rId47"/>
    <p:sldId id="273" r:id="rId23"/>
    <p:sldId id="274" r:id="rId24"/>
    <p:sldId id="275" r:id="rId25"/>
    <p:sldId id="276" r:id="rId26"/>
    <p:sldId id="282" r:id="rId48"/>
    <p:sldId id="277" r:id="rId27"/>
    <p:sldId id="278" r:id="rId28"/>
    <p:sldId id="279" r:id="rId29"/>
  </p:sldIdLst>
  <p:sldSz cy="5143500" cx="9144000"/>
  <p:notesSz cx="6858000" cy="9144000"/>
  <p:embeddedFontLst>
    <p:embeddedFont>
      <p:font typeface="Poppins"/>
      <p:regular r:id="rId30"/>
      <p:bold r:id="rId31"/>
      <p:italic r:id="rId32"/>
      <p:boldItalic r:id="rId33"/>
    </p:embeddedFont>
    <p:embeddedFont>
      <p:font typeface="Poppins Medium"/>
      <p:regular r:id="rId34"/>
      <p:bold r:id="rId35"/>
      <p:italic r:id="rId36"/>
      <p:boldItalic r:id="rId37"/>
    </p:embeddedFont>
    <p:embeddedFont>
      <p:font typeface="Oswald SemiBold"/>
      <p:regular r:id="rId38"/>
      <p:bold r:id="rId39"/>
    </p:embeddedFont>
    <p:embeddedFont>
      <p:font typeface="Poppins SemiBold"/>
      <p:regular r:id="rId40"/>
      <p:bold r:id="rId41"/>
      <p:italic r:id="rId42"/>
      <p:boldItalic r:id="rId43"/>
    </p:embeddedFont>
    <p:embeddedFont>
      <p:font typeface="Oswald"/>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PoppinsSemiBold-regular.fntdata"/><Relationship Id="rId20" Type="http://schemas.openxmlformats.org/officeDocument/2006/relationships/slide" Target="slides/slide15.xml"/><Relationship Id="rId42" Type="http://schemas.openxmlformats.org/officeDocument/2006/relationships/font" Target="fonts/PoppinsSemiBold-italic.fntdata"/><Relationship Id="rId41" Type="http://schemas.openxmlformats.org/officeDocument/2006/relationships/font" Target="fonts/PoppinsSemiBold-bold.fntdata"/><Relationship Id="rId22" Type="http://schemas.openxmlformats.org/officeDocument/2006/relationships/slide" Target="slides/slide17.xml"/><Relationship Id="rId44" Type="http://schemas.openxmlformats.org/officeDocument/2006/relationships/font" Target="fonts/Oswald-regular.fntdata"/><Relationship Id="rId21" Type="http://schemas.openxmlformats.org/officeDocument/2006/relationships/slide" Target="slides/slide16.xml"/><Relationship Id="rId43" Type="http://schemas.openxmlformats.org/officeDocument/2006/relationships/font" Target="fonts/PoppinsSemiBold-boldItalic.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Oswa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6.xml"/><Relationship Id="rId33" Type="http://schemas.openxmlformats.org/officeDocument/2006/relationships/font" Target="fonts/Poppins-boldItalic.fntdata"/><Relationship Id="rId10" Type="http://schemas.openxmlformats.org/officeDocument/2006/relationships/slide" Target="slides/slide5.xml"/><Relationship Id="rId32" Type="http://schemas.openxmlformats.org/officeDocument/2006/relationships/font" Target="fonts/Poppins-italic.fntdata"/><Relationship Id="rId13" Type="http://schemas.openxmlformats.org/officeDocument/2006/relationships/slide" Target="slides/slide8.xml"/><Relationship Id="rId35" Type="http://schemas.openxmlformats.org/officeDocument/2006/relationships/font" Target="fonts/PoppinsMedium-bold.fntdata"/><Relationship Id="rId12" Type="http://schemas.openxmlformats.org/officeDocument/2006/relationships/slide" Target="slides/slide7.xml"/><Relationship Id="rId34" Type="http://schemas.openxmlformats.org/officeDocument/2006/relationships/font" Target="fonts/PoppinsMedium-regular.fntdata"/><Relationship Id="rId15" Type="http://schemas.openxmlformats.org/officeDocument/2006/relationships/slide" Target="slides/slide10.xml"/><Relationship Id="rId37" Type="http://schemas.openxmlformats.org/officeDocument/2006/relationships/font" Target="fonts/PoppinsMedium-boldItalic.fntdata"/><Relationship Id="rId14" Type="http://schemas.openxmlformats.org/officeDocument/2006/relationships/slide" Target="slides/slide9.xml"/><Relationship Id="rId36" Type="http://schemas.openxmlformats.org/officeDocument/2006/relationships/font" Target="fonts/PoppinsMedium-italic.fntdata"/><Relationship Id="rId17" Type="http://schemas.openxmlformats.org/officeDocument/2006/relationships/slide" Target="slides/slide12.xml"/><Relationship Id="rId39" Type="http://schemas.openxmlformats.org/officeDocument/2006/relationships/font" Target="fonts/OswaldSemiBold-bold.fntdata"/><Relationship Id="rId16" Type="http://schemas.openxmlformats.org/officeDocument/2006/relationships/slide" Target="slides/slide11.xml"/><Relationship Id="rId38" Type="http://schemas.openxmlformats.org/officeDocument/2006/relationships/font" Target="fonts/OswaldSemiBold-regular.fntdata"/><Relationship Id="rId19" Type="http://schemas.openxmlformats.org/officeDocument/2006/relationships/slide" Target="slides/slide14.xml"/><Relationship Id="rId18" Type="http://schemas.openxmlformats.org/officeDocument/2006/relationships/slide" Target="slides/slide13.xml"/><Relationship Id="rId46" Type="http://schemas.openxmlformats.org/officeDocument/2006/relationships/slide" Target="slides/slide25.xml"/><Relationship Id="rId47" Type="http://schemas.openxmlformats.org/officeDocument/2006/relationships/slide" Target="slides/slide26.xml"/><Relationship Id="rId48" Type="http://schemas.openxmlformats.org/officeDocument/2006/relationships/slide" Target="slides/slide27.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3282c132cb_2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3282c132cb_2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856c791b6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856c791b6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3bd242c5ab_4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3bd242c5ab_4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56c791b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56c791b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56c791b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56c791b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6c4ebd5f2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6c4ebd5f2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56b823d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856b823d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3bd242c5ab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3bd242c5ab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6c4ebd5f2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6c4ebd5f2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c4ebd5f2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6c4ebd5f2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6c4ebd5f2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6c4ebd5f2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c4ebd5f2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6c4ebd5f2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d6e9a73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d6e9a73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6c4ebd5f2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6c4ebd5f2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c4ebd5f2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6c4ebd5f2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8e5359f9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8e5359f9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8e5359f91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8e5359f91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8e5359f91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8e5359f91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8e5359f91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8e5359f91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8e5359f91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8e5359f91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e5359f91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8e5359f91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8e5359f91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8e5359f91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8e5359f91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8e5359f91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3bd242c5ab_4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3bd242c5ab_4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rgbClr val="FFFFFF"/>
        </a:solidFill>
      </p:bgPr>
    </p:bg>
    <p:spTree>
      <p:nvGrpSpPr>
        <p:cNvPr id="10" name="Shape 10"/>
        <p:cNvGrpSpPr/>
        <p:nvPr/>
      </p:nvGrpSpPr>
      <p:grpSpPr>
        <a:xfrm>
          <a:off x="0" y="0"/>
          <a:ext cx="0" cy="0"/>
          <a:chOff x="0" y="0"/>
          <a:chExt cx="0" cy="0"/>
        </a:xfrm>
      </p:grpSpPr>
      <p:sp>
        <p:nvSpPr>
          <p:cNvPr id="11" name="Google Shape;11;p2"/>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 name="Google Shape;12;p2"/>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3" name="Google Shape;13;p2"/>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 name="Google Shape;14;p2"/>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 name="Google Shape;15;p2"/>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 name="Google Shape;16;p2"/>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7" name="Google Shape;17;p2"/>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8" name="Google Shape;18;p2"/>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rotWithShape="1">
          <a:blip r:embed="rId2">
            <a:alphaModFix/>
          </a:blip>
          <a:srcRect b="0" l="0" r="0" t="0"/>
          <a:stretch/>
        </p:blipFill>
        <p:spPr>
          <a:xfrm>
            <a:off x="1772561" y="1856677"/>
            <a:ext cx="5598881" cy="14301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8_1">
    <p:bg>
      <p:bgPr>
        <a:solidFill>
          <a:srgbClr val="FFFFFF"/>
        </a:solidFill>
      </p:bgPr>
    </p:bg>
    <p:spTree>
      <p:nvGrpSpPr>
        <p:cNvPr id="20" name="Shape 20"/>
        <p:cNvGrpSpPr/>
        <p:nvPr/>
      </p:nvGrpSpPr>
      <p:grpSpPr>
        <a:xfrm>
          <a:off x="0" y="0"/>
          <a:ext cx="0" cy="0"/>
          <a:chOff x="0" y="0"/>
          <a:chExt cx="0" cy="0"/>
        </a:xfrm>
      </p:grpSpPr>
      <p:sp>
        <p:nvSpPr>
          <p:cNvPr id="21" name="Google Shape;21;p3"/>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 name="Google Shape;22;p3"/>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 name="Google Shape;23;p3"/>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4" name="Google Shape;24;p3"/>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5" name="Google Shape;25;p3"/>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6" name="Google Shape;26;p3"/>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27" name="Google Shape;27;p3"/>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8" name="Google Shape;28;p3"/>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9" name="Google Shape;29;p3"/>
          <p:cNvSpPr txBox="1"/>
          <p:nvPr>
            <p:ph type="title"/>
          </p:nvPr>
        </p:nvSpPr>
        <p:spPr>
          <a:xfrm>
            <a:off x="450869" y="2306231"/>
            <a:ext cx="7931700" cy="785100"/>
          </a:xfrm>
          <a:prstGeom prst="rect">
            <a:avLst/>
          </a:prstGeom>
          <a:noFill/>
          <a:ln>
            <a:noFill/>
          </a:ln>
        </p:spPr>
        <p:txBody>
          <a:bodyPr anchorCtr="0" anchor="b" bIns="68575" lIns="68575" spcFirstLastPara="1" rIns="68575" wrap="square" tIns="68575">
            <a:noAutofit/>
          </a:bodyPr>
          <a:lstStyle>
            <a:lvl1pPr lvl="0" algn="l">
              <a:lnSpc>
                <a:spcPct val="100000"/>
              </a:lnSpc>
              <a:spcBef>
                <a:spcPts val="0"/>
              </a:spcBef>
              <a:spcAft>
                <a:spcPts val="0"/>
              </a:spcAft>
              <a:buClr>
                <a:schemeClr val="dk1"/>
              </a:buClr>
              <a:buSzPts val="3000"/>
              <a:buFont typeface="Oswald"/>
              <a:buNone/>
              <a:defRPr b="1">
                <a:solidFill>
                  <a:schemeClr val="dk1"/>
                </a:solidFill>
                <a:latin typeface="Oswald"/>
                <a:ea typeface="Oswald"/>
                <a:cs typeface="Oswald"/>
                <a:sym typeface="Oswald"/>
              </a:defRPr>
            </a:lvl1pPr>
            <a:lvl2pPr lvl="1" algn="l">
              <a:lnSpc>
                <a:spcPct val="100000"/>
              </a:lnSpc>
              <a:spcBef>
                <a:spcPts val="0"/>
              </a:spcBef>
              <a:spcAft>
                <a:spcPts val="0"/>
              </a:spcAft>
              <a:buSzPts val="3300"/>
              <a:buFont typeface="Oswald"/>
              <a:buNone/>
              <a:defRPr b="1" sz="3300">
                <a:latin typeface="Oswald"/>
                <a:ea typeface="Oswald"/>
                <a:cs typeface="Oswald"/>
                <a:sym typeface="Oswald"/>
              </a:defRPr>
            </a:lvl2pPr>
            <a:lvl3pPr lvl="2" algn="l">
              <a:lnSpc>
                <a:spcPct val="100000"/>
              </a:lnSpc>
              <a:spcBef>
                <a:spcPts val="0"/>
              </a:spcBef>
              <a:spcAft>
                <a:spcPts val="0"/>
              </a:spcAft>
              <a:buSzPts val="3300"/>
              <a:buFont typeface="Oswald"/>
              <a:buNone/>
              <a:defRPr b="1" sz="3300">
                <a:latin typeface="Oswald"/>
                <a:ea typeface="Oswald"/>
                <a:cs typeface="Oswald"/>
                <a:sym typeface="Oswald"/>
              </a:defRPr>
            </a:lvl3pPr>
            <a:lvl4pPr lvl="3" algn="l">
              <a:lnSpc>
                <a:spcPct val="100000"/>
              </a:lnSpc>
              <a:spcBef>
                <a:spcPts val="0"/>
              </a:spcBef>
              <a:spcAft>
                <a:spcPts val="0"/>
              </a:spcAft>
              <a:buSzPts val="3300"/>
              <a:buFont typeface="Oswald"/>
              <a:buNone/>
              <a:defRPr b="1" sz="3300">
                <a:latin typeface="Oswald"/>
                <a:ea typeface="Oswald"/>
                <a:cs typeface="Oswald"/>
                <a:sym typeface="Oswald"/>
              </a:defRPr>
            </a:lvl4pPr>
            <a:lvl5pPr lvl="4" algn="l">
              <a:lnSpc>
                <a:spcPct val="100000"/>
              </a:lnSpc>
              <a:spcBef>
                <a:spcPts val="0"/>
              </a:spcBef>
              <a:spcAft>
                <a:spcPts val="0"/>
              </a:spcAft>
              <a:buSzPts val="3300"/>
              <a:buFont typeface="Oswald"/>
              <a:buNone/>
              <a:defRPr b="1" sz="3300">
                <a:latin typeface="Oswald"/>
                <a:ea typeface="Oswald"/>
                <a:cs typeface="Oswald"/>
                <a:sym typeface="Oswald"/>
              </a:defRPr>
            </a:lvl5pPr>
            <a:lvl6pPr lvl="5" algn="l">
              <a:lnSpc>
                <a:spcPct val="100000"/>
              </a:lnSpc>
              <a:spcBef>
                <a:spcPts val="0"/>
              </a:spcBef>
              <a:spcAft>
                <a:spcPts val="0"/>
              </a:spcAft>
              <a:buSzPts val="3300"/>
              <a:buFont typeface="Oswald"/>
              <a:buNone/>
              <a:defRPr b="1" sz="3300">
                <a:latin typeface="Oswald"/>
                <a:ea typeface="Oswald"/>
                <a:cs typeface="Oswald"/>
                <a:sym typeface="Oswald"/>
              </a:defRPr>
            </a:lvl6pPr>
            <a:lvl7pPr lvl="6" algn="l">
              <a:lnSpc>
                <a:spcPct val="100000"/>
              </a:lnSpc>
              <a:spcBef>
                <a:spcPts val="0"/>
              </a:spcBef>
              <a:spcAft>
                <a:spcPts val="0"/>
              </a:spcAft>
              <a:buSzPts val="3300"/>
              <a:buFont typeface="Oswald"/>
              <a:buNone/>
              <a:defRPr b="1" sz="3300">
                <a:latin typeface="Oswald"/>
                <a:ea typeface="Oswald"/>
                <a:cs typeface="Oswald"/>
                <a:sym typeface="Oswald"/>
              </a:defRPr>
            </a:lvl7pPr>
            <a:lvl8pPr lvl="7" algn="l">
              <a:lnSpc>
                <a:spcPct val="100000"/>
              </a:lnSpc>
              <a:spcBef>
                <a:spcPts val="0"/>
              </a:spcBef>
              <a:spcAft>
                <a:spcPts val="0"/>
              </a:spcAft>
              <a:buSzPts val="3300"/>
              <a:buFont typeface="Oswald"/>
              <a:buNone/>
              <a:defRPr b="1" sz="3300">
                <a:latin typeface="Oswald"/>
                <a:ea typeface="Oswald"/>
                <a:cs typeface="Oswald"/>
                <a:sym typeface="Oswald"/>
              </a:defRPr>
            </a:lvl8pPr>
            <a:lvl9pPr lvl="8" algn="l">
              <a:lnSpc>
                <a:spcPct val="100000"/>
              </a:lnSpc>
              <a:spcBef>
                <a:spcPts val="0"/>
              </a:spcBef>
              <a:spcAft>
                <a:spcPts val="0"/>
              </a:spcAft>
              <a:buSzPts val="3300"/>
              <a:buFont typeface="Oswald"/>
              <a:buNone/>
              <a:defRPr b="1" sz="3300">
                <a:latin typeface="Oswald"/>
                <a:ea typeface="Oswald"/>
                <a:cs typeface="Oswald"/>
                <a:sym typeface="Oswald"/>
              </a:defRPr>
            </a:lvl9pPr>
          </a:lstStyle>
          <a:p/>
        </p:txBody>
      </p:sp>
      <p:sp>
        <p:nvSpPr>
          <p:cNvPr id="30" name="Google Shape;30;p3"/>
          <p:cNvSpPr txBox="1"/>
          <p:nvPr>
            <p:ph idx="2" type="title"/>
          </p:nvPr>
        </p:nvSpPr>
        <p:spPr>
          <a:xfrm>
            <a:off x="450869" y="3179344"/>
            <a:ext cx="7239000" cy="4389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Clr>
                <a:schemeClr val="dk2"/>
              </a:buClr>
              <a:buSzPts val="1800"/>
              <a:buFont typeface="Poppins Medium"/>
              <a:buNone/>
              <a:defRPr sz="1800">
                <a:solidFill>
                  <a:schemeClr val="dk2"/>
                </a:solidFill>
                <a:latin typeface="Poppins Medium"/>
                <a:ea typeface="Poppins Medium"/>
                <a:cs typeface="Poppins Medium"/>
                <a:sym typeface="Poppins Medium"/>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border 1">
  <p:cSld name="CUSTOM_2_1_1">
    <p:bg>
      <p:bgPr>
        <a:solidFill>
          <a:schemeClr val="dk1"/>
        </a:solidFill>
      </p:bgPr>
    </p:bg>
    <p:spTree>
      <p:nvGrpSpPr>
        <p:cNvPr id="31" name="Shape 31"/>
        <p:cNvGrpSpPr/>
        <p:nvPr/>
      </p:nvGrpSpPr>
      <p:grpSpPr>
        <a:xfrm>
          <a:off x="0" y="0"/>
          <a:ext cx="0" cy="0"/>
          <a:chOff x="0" y="0"/>
          <a:chExt cx="0" cy="0"/>
        </a:xfrm>
      </p:grpSpPr>
      <p:sp>
        <p:nvSpPr>
          <p:cNvPr id="32" name="Google Shape;32;p4"/>
          <p:cNvSpPr/>
          <p:nvPr/>
        </p:nvSpPr>
        <p:spPr>
          <a:xfrm>
            <a:off x="479925"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33" name="Google Shape;33;p4"/>
          <p:cNvSpPr/>
          <p:nvPr/>
        </p:nvSpPr>
        <p:spPr>
          <a:xfrm>
            <a:off x="-154912" y="531038"/>
            <a:ext cx="666600" cy="645900"/>
          </a:xfrm>
          <a:prstGeom prst="homePlate">
            <a:avLst>
              <a:gd fmla="val 50000" name="adj"/>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3A3A3A"/>
              </a:solidFill>
              <a:latin typeface="Oswald"/>
              <a:ea typeface="Oswald"/>
              <a:cs typeface="Oswald"/>
              <a:sym typeface="Oswald"/>
            </a:endParaRPr>
          </a:p>
        </p:txBody>
      </p:sp>
      <p:sp>
        <p:nvSpPr>
          <p:cNvPr id="34" name="Google Shape;34;p4"/>
          <p:cNvSpPr/>
          <p:nvPr/>
        </p:nvSpPr>
        <p:spPr>
          <a:xfrm flipH="1" rot="-8790304">
            <a:off x="7880546" y="-682921"/>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35" name="Google Shape;35;p4"/>
          <p:cNvSpPr/>
          <p:nvPr/>
        </p:nvSpPr>
        <p:spPr>
          <a:xfrm>
            <a:off x="511763"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36" name="Google Shape;36;p4"/>
          <p:cNvSpPr/>
          <p:nvPr/>
        </p:nvSpPr>
        <p:spPr>
          <a:xfrm flipH="1" rot="-8790304">
            <a:off x="4571" y="2887623"/>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37" name="Google Shape;37;p4"/>
          <p:cNvSpPr txBox="1"/>
          <p:nvPr>
            <p:ph idx="12" type="sldNum"/>
          </p:nvPr>
        </p:nvSpPr>
        <p:spPr>
          <a:xfrm>
            <a:off x="8545406" y="4894959"/>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4"/>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39" name="Google Shape;39;p4"/>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40" name="Google Shape;40;p4"/>
          <p:cNvSpPr txBox="1"/>
          <p:nvPr>
            <p:ph type="title"/>
          </p:nvPr>
        </p:nvSpPr>
        <p:spPr>
          <a:xfrm>
            <a:off x="813025" y="1694225"/>
            <a:ext cx="4251300" cy="1416300"/>
          </a:xfrm>
          <a:prstGeom prst="rect">
            <a:avLst/>
          </a:prstGeom>
          <a:noFill/>
          <a:ln>
            <a:noFill/>
          </a:ln>
        </p:spPr>
        <p:txBody>
          <a:bodyPr anchorCtr="0" anchor="b" bIns="68575" lIns="68575" spcFirstLastPara="1" rIns="68575" wrap="square" tIns="68575">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1" name="Google Shape;41;p4"/>
          <p:cNvSpPr txBox="1"/>
          <p:nvPr>
            <p:ph idx="1" type="subTitle"/>
          </p:nvPr>
        </p:nvSpPr>
        <p:spPr>
          <a:xfrm>
            <a:off x="813019" y="3172875"/>
            <a:ext cx="6448200" cy="681900"/>
          </a:xfrm>
          <a:prstGeom prst="rect">
            <a:avLst/>
          </a:prstGeom>
          <a:noFill/>
          <a:ln>
            <a:noFill/>
          </a:ln>
        </p:spPr>
        <p:txBody>
          <a:bodyPr anchorCtr="0" anchor="t" bIns="68575" lIns="68575" spcFirstLastPara="1" rIns="68575" wrap="square" tIns="68575">
            <a:noAutofit/>
          </a:bodyPr>
          <a:lstStyle>
            <a:lvl1pPr lvl="0" algn="l">
              <a:lnSpc>
                <a:spcPct val="115000"/>
              </a:lnSpc>
              <a:spcBef>
                <a:spcPts val="0"/>
              </a:spcBef>
              <a:spcAft>
                <a:spcPts val="0"/>
              </a:spcAft>
              <a:buSzPts val="1600"/>
              <a:buFont typeface="Poppins SemiBold"/>
              <a:buNone/>
              <a:defRPr b="1" sz="1600">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
        <p:nvSpPr>
          <p:cNvPr id="42" name="Google Shape;42;p4"/>
          <p:cNvSpPr/>
          <p:nvPr>
            <p:ph idx="2" type="pic"/>
          </p:nvPr>
        </p:nvSpPr>
        <p:spPr>
          <a:xfrm>
            <a:off x="5064325" y="404000"/>
            <a:ext cx="3631800" cy="43356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ingle column">
  <p:cSld name="TITLE_3_1_2">
    <p:bg>
      <p:bgPr>
        <a:solidFill>
          <a:srgbClr val="FFFFFF"/>
        </a:solidFill>
      </p:bgPr>
    </p:bg>
    <p:spTree>
      <p:nvGrpSpPr>
        <p:cNvPr id="43" name="Shape 43"/>
        <p:cNvGrpSpPr/>
        <p:nvPr/>
      </p:nvGrpSpPr>
      <p:grpSpPr>
        <a:xfrm>
          <a:off x="0" y="0"/>
          <a:ext cx="0" cy="0"/>
          <a:chOff x="0" y="0"/>
          <a:chExt cx="0" cy="0"/>
        </a:xfrm>
      </p:grpSpPr>
      <p:pic>
        <p:nvPicPr>
          <p:cNvPr id="44" name="Google Shape;44;p5"/>
          <p:cNvPicPr preferRelativeResize="0"/>
          <p:nvPr/>
        </p:nvPicPr>
        <p:blipFill rotWithShape="1">
          <a:blip r:embed="rId2">
            <a:alphaModFix/>
          </a:blip>
          <a:srcRect b="0" l="217" r="219" t="0"/>
          <a:stretch/>
        </p:blipFill>
        <p:spPr>
          <a:xfrm>
            <a:off x="2643487" y="643237"/>
            <a:ext cx="3857025" cy="3857027"/>
          </a:xfrm>
          <a:prstGeom prst="rect">
            <a:avLst/>
          </a:prstGeom>
          <a:noFill/>
          <a:ln>
            <a:noFill/>
          </a:ln>
        </p:spPr>
      </p:pic>
      <p:sp>
        <p:nvSpPr>
          <p:cNvPr id="45" name="Google Shape;45;p5"/>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46" name="Google Shape;46;p5"/>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47" name="Google Shape;47;p5"/>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48" name="Google Shape;48;p5"/>
          <p:cNvSpPr/>
          <p:nvPr/>
        </p:nvSpPr>
        <p:spPr>
          <a:xfrm>
            <a:off x="2216025"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49" name="Google Shape;49;p5"/>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50" name="Google Shape;50;p5"/>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51" name="Google Shape;51;p5"/>
          <p:cNvSpPr txBox="1"/>
          <p:nvPr>
            <p:ph idx="12" type="sldNum"/>
          </p:nvPr>
        </p:nvSpPr>
        <p:spPr>
          <a:xfrm>
            <a:off x="8545425" y="4941759"/>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5"/>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53" name="Google Shape;53;p5"/>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54" name="Google Shape;54;p5"/>
          <p:cNvSpPr txBox="1"/>
          <p:nvPr>
            <p:ph idx="1" type="subTitle"/>
          </p:nvPr>
        </p:nvSpPr>
        <p:spPr>
          <a:xfrm>
            <a:off x="594453" y="771525"/>
            <a:ext cx="8292300" cy="37593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two column">
  <p:cSld name="TITLE_3_1_3">
    <p:bg>
      <p:bgPr>
        <a:solidFill>
          <a:srgbClr val="FFFFFF"/>
        </a:solidFill>
      </p:bgPr>
    </p:bg>
    <p:spTree>
      <p:nvGrpSpPr>
        <p:cNvPr id="55" name="Shape 55"/>
        <p:cNvGrpSpPr/>
        <p:nvPr/>
      </p:nvGrpSpPr>
      <p:grpSpPr>
        <a:xfrm>
          <a:off x="0" y="0"/>
          <a:ext cx="0" cy="0"/>
          <a:chOff x="0" y="0"/>
          <a:chExt cx="0" cy="0"/>
        </a:xfrm>
      </p:grpSpPr>
      <p:pic>
        <p:nvPicPr>
          <p:cNvPr id="56" name="Google Shape;56;p6"/>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57" name="Google Shape;57;p6"/>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58" name="Google Shape;58;p6"/>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59" name="Google Shape;59;p6"/>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60" name="Google Shape;60;p6"/>
          <p:cNvSpPr/>
          <p:nvPr/>
        </p:nvSpPr>
        <p:spPr>
          <a:xfrm>
            <a:off x="2181844"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61" name="Google Shape;61;p6"/>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62" name="Google Shape;62;p6"/>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63" name="Google Shape;63;p6"/>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6"/>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65" name="Google Shape;65;p6"/>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66" name="Google Shape;66;p6"/>
          <p:cNvSpPr txBox="1"/>
          <p:nvPr>
            <p:ph idx="1" type="subTitle"/>
          </p:nvPr>
        </p:nvSpPr>
        <p:spPr>
          <a:xfrm>
            <a:off x="597426" y="861300"/>
            <a:ext cx="3952800" cy="37593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67" name="Google Shape;67;p6"/>
          <p:cNvSpPr txBox="1"/>
          <p:nvPr>
            <p:ph idx="2" type="subTitle"/>
          </p:nvPr>
        </p:nvSpPr>
        <p:spPr>
          <a:xfrm>
            <a:off x="4680596" y="861300"/>
            <a:ext cx="3952800" cy="37593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Three column">
  <p:cSld name="TITLE_3_1_3_1">
    <p:bg>
      <p:bgPr>
        <a:solidFill>
          <a:srgbClr val="FFFFFF"/>
        </a:solidFill>
      </p:bgPr>
    </p:bg>
    <p:spTree>
      <p:nvGrpSpPr>
        <p:cNvPr id="68" name="Shape 68"/>
        <p:cNvGrpSpPr/>
        <p:nvPr/>
      </p:nvGrpSpPr>
      <p:grpSpPr>
        <a:xfrm>
          <a:off x="0" y="0"/>
          <a:ext cx="0" cy="0"/>
          <a:chOff x="0" y="0"/>
          <a:chExt cx="0" cy="0"/>
        </a:xfrm>
      </p:grpSpPr>
      <p:pic>
        <p:nvPicPr>
          <p:cNvPr id="69" name="Google Shape;69;p7"/>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70" name="Google Shape;70;p7"/>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1" name="Google Shape;71;p7"/>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2" name="Google Shape;72;p7"/>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3" name="Google Shape;73;p7"/>
          <p:cNvSpPr/>
          <p:nvPr/>
        </p:nvSpPr>
        <p:spPr>
          <a:xfrm>
            <a:off x="2181844"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4" name="Google Shape;74;p7"/>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5" name="Google Shape;75;p7"/>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6" name="Google Shape;76;p7"/>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7"/>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78" name="Google Shape;78;p7"/>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79" name="Google Shape;79;p7"/>
          <p:cNvSpPr txBox="1"/>
          <p:nvPr>
            <p:ph idx="1" type="subTitle"/>
          </p:nvPr>
        </p:nvSpPr>
        <p:spPr>
          <a:xfrm>
            <a:off x="618100" y="861300"/>
            <a:ext cx="2723700" cy="37593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80" name="Google Shape;80;p7"/>
          <p:cNvSpPr txBox="1"/>
          <p:nvPr>
            <p:ph idx="2" type="subTitle"/>
          </p:nvPr>
        </p:nvSpPr>
        <p:spPr>
          <a:xfrm>
            <a:off x="3431698" y="861300"/>
            <a:ext cx="2723700" cy="37593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81" name="Google Shape;81;p7"/>
          <p:cNvSpPr txBox="1"/>
          <p:nvPr>
            <p:ph idx="3" type="subTitle"/>
          </p:nvPr>
        </p:nvSpPr>
        <p:spPr>
          <a:xfrm>
            <a:off x="6245298" y="861300"/>
            <a:ext cx="2723700" cy="37593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drant with Infographics Layout">
  <p:cSld name="CUSTOM_3_1">
    <p:spTree>
      <p:nvGrpSpPr>
        <p:cNvPr id="82" name="Shape 82"/>
        <p:cNvGrpSpPr/>
        <p:nvPr/>
      </p:nvGrpSpPr>
      <p:grpSpPr>
        <a:xfrm>
          <a:off x="0" y="0"/>
          <a:ext cx="0" cy="0"/>
          <a:chOff x="0" y="0"/>
          <a:chExt cx="0" cy="0"/>
        </a:xfrm>
      </p:grpSpPr>
      <p:pic>
        <p:nvPicPr>
          <p:cNvPr id="83" name="Google Shape;83;p8"/>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84" name="Google Shape;84;p8"/>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5" name="Google Shape;85;p8"/>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6" name="Google Shape;86;p8"/>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7" name="Google Shape;87;p8"/>
          <p:cNvSpPr/>
          <p:nvPr/>
        </p:nvSpPr>
        <p:spPr>
          <a:xfrm>
            <a:off x="2181844" y="4869067"/>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8" name="Google Shape;88;p8"/>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9" name="Google Shape;89;p8"/>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90" name="Google Shape;90;p8"/>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8"/>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92" name="Google Shape;92;p8"/>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93" name="Google Shape;93;p8"/>
          <p:cNvSpPr txBox="1"/>
          <p:nvPr>
            <p:ph idx="1" type="subTitle"/>
          </p:nvPr>
        </p:nvSpPr>
        <p:spPr>
          <a:xfrm>
            <a:off x="678900" y="993025"/>
            <a:ext cx="3293100" cy="10509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94" name="Google Shape;94;p8"/>
          <p:cNvSpPr txBox="1"/>
          <p:nvPr>
            <p:ph idx="2" type="subTitle"/>
          </p:nvPr>
        </p:nvSpPr>
        <p:spPr>
          <a:xfrm>
            <a:off x="678900" y="2773754"/>
            <a:ext cx="3293100" cy="10509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95" name="Google Shape;95;p8"/>
          <p:cNvSpPr txBox="1"/>
          <p:nvPr>
            <p:ph idx="3" type="subTitle"/>
          </p:nvPr>
        </p:nvSpPr>
        <p:spPr>
          <a:xfrm>
            <a:off x="4938100" y="993025"/>
            <a:ext cx="3293100" cy="10509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96" name="Google Shape;96;p8"/>
          <p:cNvSpPr txBox="1"/>
          <p:nvPr>
            <p:ph idx="4" type="subTitle"/>
          </p:nvPr>
        </p:nvSpPr>
        <p:spPr>
          <a:xfrm>
            <a:off x="4938100" y="2773754"/>
            <a:ext cx="3293100" cy="10509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with Content">
  <p:cSld name="CUSTOM_3_1_1">
    <p:spTree>
      <p:nvGrpSpPr>
        <p:cNvPr id="97" name="Shape 97"/>
        <p:cNvGrpSpPr/>
        <p:nvPr/>
      </p:nvGrpSpPr>
      <p:grpSpPr>
        <a:xfrm>
          <a:off x="0" y="0"/>
          <a:ext cx="0" cy="0"/>
          <a:chOff x="0" y="0"/>
          <a:chExt cx="0" cy="0"/>
        </a:xfrm>
      </p:grpSpPr>
      <p:pic>
        <p:nvPicPr>
          <p:cNvPr id="98" name="Google Shape;98;p9"/>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99" name="Google Shape;99;p9"/>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0" name="Google Shape;100;p9"/>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1" name="Google Shape;101;p9"/>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2" name="Google Shape;102;p9"/>
          <p:cNvSpPr/>
          <p:nvPr/>
        </p:nvSpPr>
        <p:spPr>
          <a:xfrm>
            <a:off x="2181844" y="4869067"/>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3" name="Google Shape;103;p9"/>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4" name="Google Shape;104;p9"/>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5" name="Google Shape;105;p9"/>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06" name="Google Shape;106;p9"/>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07" name="Google Shape;107;p9"/>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108" name="Google Shape;108;p9"/>
          <p:cNvSpPr txBox="1"/>
          <p:nvPr>
            <p:ph idx="1" type="subTitle"/>
          </p:nvPr>
        </p:nvSpPr>
        <p:spPr>
          <a:xfrm>
            <a:off x="481500" y="746200"/>
            <a:ext cx="7749600" cy="398700"/>
          </a:xfrm>
          <a:prstGeom prst="rect">
            <a:avLst/>
          </a:prstGeom>
        </p:spPr>
        <p:txBody>
          <a:bodyPr anchorCtr="0" anchor="t" bIns="68575" lIns="68575" spcFirstLastPara="1" rIns="68575" wrap="square" tIns="68575">
            <a:noAutofit/>
          </a:bodyPr>
          <a:lstStyle>
            <a:lvl1pPr lvl="0">
              <a:spcBef>
                <a:spcPts val="0"/>
              </a:spcBef>
              <a:spcAft>
                <a:spcPts val="0"/>
              </a:spcAft>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109" name="Google Shape;109;p9"/>
          <p:cNvSpPr txBox="1"/>
          <p:nvPr>
            <p:ph idx="2" type="body"/>
          </p:nvPr>
        </p:nvSpPr>
        <p:spPr>
          <a:xfrm>
            <a:off x="587725" y="1175425"/>
            <a:ext cx="8005200" cy="3181800"/>
          </a:xfrm>
          <a:prstGeom prst="rect">
            <a:avLst/>
          </a:prstGeom>
        </p:spPr>
        <p:txBody>
          <a:bodyPr anchorCtr="0" anchor="t" bIns="68575" lIns="68575" spcFirstLastPara="1" rIns="68575" wrap="square" tIns="68575">
            <a:no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ed list">
  <p:cSld name="CUSTOM_3_1_1_1">
    <p:spTree>
      <p:nvGrpSpPr>
        <p:cNvPr id="110" name="Shape 110"/>
        <p:cNvGrpSpPr/>
        <p:nvPr/>
      </p:nvGrpSpPr>
      <p:grpSpPr>
        <a:xfrm>
          <a:off x="0" y="0"/>
          <a:ext cx="0" cy="0"/>
          <a:chOff x="0" y="0"/>
          <a:chExt cx="0" cy="0"/>
        </a:xfrm>
      </p:grpSpPr>
      <p:pic>
        <p:nvPicPr>
          <p:cNvPr id="111" name="Google Shape;111;p10"/>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12" name="Google Shape;112;p10"/>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3" name="Google Shape;113;p10"/>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4" name="Google Shape;114;p10"/>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5" name="Google Shape;115;p10"/>
          <p:cNvSpPr/>
          <p:nvPr/>
        </p:nvSpPr>
        <p:spPr>
          <a:xfrm>
            <a:off x="2181844" y="4869067"/>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6" name="Google Shape;116;p10"/>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7" name="Google Shape;117;p10"/>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8" name="Google Shape;118;p10"/>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10"/>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20" name="Google Shape;120;p10"/>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121" name="Google Shape;121;p10"/>
          <p:cNvSpPr txBox="1"/>
          <p:nvPr>
            <p:ph idx="1" type="body"/>
          </p:nvPr>
        </p:nvSpPr>
        <p:spPr>
          <a:xfrm>
            <a:off x="580950" y="736800"/>
            <a:ext cx="8083800" cy="3763500"/>
          </a:xfrm>
          <a:prstGeom prst="rect">
            <a:avLst/>
          </a:prstGeom>
        </p:spPr>
        <p:txBody>
          <a:bodyPr anchorCtr="0" anchor="t" bIns="68575" lIns="68575" spcFirstLastPara="1" rIns="68575" wrap="square" tIns="68575">
            <a:no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with 2 column">
  <p:cSld name="TITLE_3_1_4">
    <p:bg>
      <p:bgPr>
        <a:solidFill>
          <a:srgbClr val="FFFFFF"/>
        </a:solidFill>
      </p:bgPr>
    </p:bg>
    <p:spTree>
      <p:nvGrpSpPr>
        <p:cNvPr id="122" name="Shape 122"/>
        <p:cNvGrpSpPr/>
        <p:nvPr/>
      </p:nvGrpSpPr>
      <p:grpSpPr>
        <a:xfrm>
          <a:off x="0" y="0"/>
          <a:ext cx="0" cy="0"/>
          <a:chOff x="0" y="0"/>
          <a:chExt cx="0" cy="0"/>
        </a:xfrm>
      </p:grpSpPr>
      <p:pic>
        <p:nvPicPr>
          <p:cNvPr id="123" name="Google Shape;123;p11"/>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24" name="Google Shape;124;p11"/>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5" name="Google Shape;125;p11"/>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6" name="Google Shape;126;p11"/>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7" name="Google Shape;127;p11"/>
          <p:cNvSpPr/>
          <p:nvPr/>
        </p:nvSpPr>
        <p:spPr>
          <a:xfrm>
            <a:off x="2181844"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8" name="Google Shape;128;p11"/>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9" name="Google Shape;129;p11"/>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30" name="Google Shape;130;p11"/>
          <p:cNvSpPr txBox="1"/>
          <p:nvPr>
            <p:ph idx="1" type="body"/>
          </p:nvPr>
        </p:nvSpPr>
        <p:spPr>
          <a:xfrm>
            <a:off x="685972" y="1089100"/>
            <a:ext cx="3738600" cy="3154800"/>
          </a:xfrm>
          <a:prstGeom prst="rect">
            <a:avLst/>
          </a:prstGeom>
          <a:noFill/>
          <a:ln>
            <a:noFill/>
          </a:ln>
        </p:spPr>
        <p:txBody>
          <a:bodyPr anchorCtr="0" anchor="t" bIns="68575" lIns="68575" spcFirstLastPara="1" rIns="68575" wrap="square" tIns="68575">
            <a:noAutofit/>
          </a:bodyPr>
          <a:lstStyle>
            <a:lvl1pPr indent="-330200" lvl="0" marL="457200" algn="l">
              <a:lnSpc>
                <a:spcPct val="115000"/>
              </a:lnSpc>
              <a:spcBef>
                <a:spcPts val="0"/>
              </a:spcBef>
              <a:spcAft>
                <a:spcPts val="0"/>
              </a:spcAft>
              <a:buSzPts val="1600"/>
              <a:buFont typeface="Poppins"/>
              <a:buChar char="●"/>
              <a:defRPr sz="1600">
                <a:latin typeface="Poppins"/>
                <a:ea typeface="Poppins"/>
                <a:cs typeface="Poppins"/>
                <a:sym typeface="Poppins"/>
              </a:defRPr>
            </a:lvl1pPr>
            <a:lvl2pPr indent="-330200" lvl="1" marL="914400" algn="l">
              <a:lnSpc>
                <a:spcPct val="115000"/>
              </a:lnSpc>
              <a:spcBef>
                <a:spcPts val="0"/>
              </a:spcBef>
              <a:spcAft>
                <a:spcPts val="0"/>
              </a:spcAft>
              <a:buSzPts val="1600"/>
              <a:buFont typeface="Poppins"/>
              <a:buChar char="○"/>
              <a:defRPr sz="1600">
                <a:latin typeface="Poppins"/>
                <a:ea typeface="Poppins"/>
                <a:cs typeface="Poppins"/>
                <a:sym typeface="Poppins"/>
              </a:defRPr>
            </a:lvl2pPr>
            <a:lvl3pPr indent="-330200" lvl="2" marL="1371600" algn="l">
              <a:lnSpc>
                <a:spcPct val="115000"/>
              </a:lnSpc>
              <a:spcBef>
                <a:spcPts val="0"/>
              </a:spcBef>
              <a:spcAft>
                <a:spcPts val="0"/>
              </a:spcAft>
              <a:buSzPts val="1600"/>
              <a:buFont typeface="Poppins"/>
              <a:buChar char="■"/>
              <a:defRPr sz="1600">
                <a:latin typeface="Poppins"/>
                <a:ea typeface="Poppins"/>
                <a:cs typeface="Poppins"/>
                <a:sym typeface="Poppins"/>
              </a:defRPr>
            </a:lvl3pPr>
            <a:lvl4pPr indent="-330200" lvl="3" marL="1828800" algn="l">
              <a:lnSpc>
                <a:spcPct val="115000"/>
              </a:lnSpc>
              <a:spcBef>
                <a:spcPts val="0"/>
              </a:spcBef>
              <a:spcAft>
                <a:spcPts val="0"/>
              </a:spcAft>
              <a:buSzPts val="1600"/>
              <a:buFont typeface="Poppins"/>
              <a:buChar char="●"/>
              <a:defRPr sz="1600">
                <a:latin typeface="Poppins"/>
                <a:ea typeface="Poppins"/>
                <a:cs typeface="Poppins"/>
                <a:sym typeface="Poppins"/>
              </a:defRPr>
            </a:lvl4pPr>
            <a:lvl5pPr indent="-330200" lvl="4" marL="2286000" algn="l">
              <a:lnSpc>
                <a:spcPct val="115000"/>
              </a:lnSpc>
              <a:spcBef>
                <a:spcPts val="0"/>
              </a:spcBef>
              <a:spcAft>
                <a:spcPts val="0"/>
              </a:spcAft>
              <a:buSzPts val="1600"/>
              <a:buFont typeface="Poppins"/>
              <a:buChar char="○"/>
              <a:defRPr sz="1600">
                <a:latin typeface="Poppins"/>
                <a:ea typeface="Poppins"/>
                <a:cs typeface="Poppins"/>
                <a:sym typeface="Poppins"/>
              </a:defRPr>
            </a:lvl5pPr>
            <a:lvl6pPr indent="-330200" lvl="5" marL="2743200" algn="l">
              <a:lnSpc>
                <a:spcPct val="115000"/>
              </a:lnSpc>
              <a:spcBef>
                <a:spcPts val="0"/>
              </a:spcBef>
              <a:spcAft>
                <a:spcPts val="0"/>
              </a:spcAft>
              <a:buSzPts val="1600"/>
              <a:buFont typeface="Poppins"/>
              <a:buChar char="■"/>
              <a:defRPr sz="1600">
                <a:latin typeface="Poppins"/>
                <a:ea typeface="Poppins"/>
                <a:cs typeface="Poppins"/>
                <a:sym typeface="Poppins"/>
              </a:defRPr>
            </a:lvl6pPr>
            <a:lvl7pPr indent="-330200" lvl="6" marL="3200400" algn="l">
              <a:lnSpc>
                <a:spcPct val="115000"/>
              </a:lnSpc>
              <a:spcBef>
                <a:spcPts val="0"/>
              </a:spcBef>
              <a:spcAft>
                <a:spcPts val="0"/>
              </a:spcAft>
              <a:buSzPts val="1600"/>
              <a:buFont typeface="Poppins"/>
              <a:buChar char="●"/>
              <a:defRPr sz="1600">
                <a:latin typeface="Poppins"/>
                <a:ea typeface="Poppins"/>
                <a:cs typeface="Poppins"/>
                <a:sym typeface="Poppins"/>
              </a:defRPr>
            </a:lvl7pPr>
            <a:lvl8pPr indent="-330200" lvl="7" marL="3657600" algn="l">
              <a:lnSpc>
                <a:spcPct val="115000"/>
              </a:lnSpc>
              <a:spcBef>
                <a:spcPts val="0"/>
              </a:spcBef>
              <a:spcAft>
                <a:spcPts val="0"/>
              </a:spcAft>
              <a:buSzPts val="1600"/>
              <a:buFont typeface="Poppins"/>
              <a:buChar char="○"/>
              <a:defRPr sz="1600">
                <a:latin typeface="Poppins"/>
                <a:ea typeface="Poppins"/>
                <a:cs typeface="Poppins"/>
                <a:sym typeface="Poppins"/>
              </a:defRPr>
            </a:lvl8pPr>
            <a:lvl9pPr indent="-330200" lvl="8" marL="4114800" algn="l">
              <a:lnSpc>
                <a:spcPct val="115000"/>
              </a:lnSpc>
              <a:spcBef>
                <a:spcPts val="0"/>
              </a:spcBef>
              <a:spcAft>
                <a:spcPts val="0"/>
              </a:spcAft>
              <a:buSzPts val="1600"/>
              <a:buFont typeface="Poppins"/>
              <a:buChar char="■"/>
              <a:defRPr sz="1600">
                <a:latin typeface="Poppins"/>
                <a:ea typeface="Poppins"/>
                <a:cs typeface="Poppins"/>
                <a:sym typeface="Poppins"/>
              </a:defRPr>
            </a:lvl9pPr>
          </a:lstStyle>
          <a:p/>
        </p:txBody>
      </p:sp>
      <p:sp>
        <p:nvSpPr>
          <p:cNvPr id="131" name="Google Shape;131;p11"/>
          <p:cNvSpPr txBox="1"/>
          <p:nvPr>
            <p:ph idx="2" type="body"/>
          </p:nvPr>
        </p:nvSpPr>
        <p:spPr>
          <a:xfrm>
            <a:off x="4791051" y="1089200"/>
            <a:ext cx="3440400" cy="3154800"/>
          </a:xfrm>
          <a:prstGeom prst="rect">
            <a:avLst/>
          </a:prstGeom>
          <a:noFill/>
          <a:ln>
            <a:noFill/>
          </a:ln>
        </p:spPr>
        <p:txBody>
          <a:bodyPr anchorCtr="0" anchor="t" bIns="68575" lIns="68575" spcFirstLastPara="1" rIns="68575" wrap="square" tIns="68575">
            <a:noAutofit/>
          </a:bodyPr>
          <a:lstStyle>
            <a:lvl1pPr indent="-330200" lvl="0" marL="457200" algn="l">
              <a:lnSpc>
                <a:spcPct val="115000"/>
              </a:lnSpc>
              <a:spcBef>
                <a:spcPts val="0"/>
              </a:spcBef>
              <a:spcAft>
                <a:spcPts val="0"/>
              </a:spcAft>
              <a:buSzPts val="1600"/>
              <a:buFont typeface="Poppins"/>
              <a:buChar char="●"/>
              <a:defRPr sz="1600">
                <a:latin typeface="Poppins"/>
                <a:ea typeface="Poppins"/>
                <a:cs typeface="Poppins"/>
                <a:sym typeface="Poppins"/>
              </a:defRPr>
            </a:lvl1pPr>
            <a:lvl2pPr indent="-330200" lvl="1" marL="914400" algn="l">
              <a:lnSpc>
                <a:spcPct val="115000"/>
              </a:lnSpc>
              <a:spcBef>
                <a:spcPts val="0"/>
              </a:spcBef>
              <a:spcAft>
                <a:spcPts val="0"/>
              </a:spcAft>
              <a:buSzPts val="1600"/>
              <a:buFont typeface="Poppins"/>
              <a:buChar char="○"/>
              <a:defRPr sz="1600">
                <a:latin typeface="Poppins"/>
                <a:ea typeface="Poppins"/>
                <a:cs typeface="Poppins"/>
                <a:sym typeface="Poppins"/>
              </a:defRPr>
            </a:lvl2pPr>
            <a:lvl3pPr indent="-330200" lvl="2" marL="1371600" algn="l">
              <a:lnSpc>
                <a:spcPct val="115000"/>
              </a:lnSpc>
              <a:spcBef>
                <a:spcPts val="0"/>
              </a:spcBef>
              <a:spcAft>
                <a:spcPts val="0"/>
              </a:spcAft>
              <a:buSzPts val="1600"/>
              <a:buFont typeface="Poppins"/>
              <a:buChar char="■"/>
              <a:defRPr sz="1600">
                <a:latin typeface="Poppins"/>
                <a:ea typeface="Poppins"/>
                <a:cs typeface="Poppins"/>
                <a:sym typeface="Poppins"/>
              </a:defRPr>
            </a:lvl3pPr>
            <a:lvl4pPr indent="-330200" lvl="3" marL="1828800" algn="l">
              <a:lnSpc>
                <a:spcPct val="115000"/>
              </a:lnSpc>
              <a:spcBef>
                <a:spcPts val="0"/>
              </a:spcBef>
              <a:spcAft>
                <a:spcPts val="0"/>
              </a:spcAft>
              <a:buSzPts val="1600"/>
              <a:buFont typeface="Poppins"/>
              <a:buChar char="●"/>
              <a:defRPr sz="1600">
                <a:latin typeface="Poppins"/>
                <a:ea typeface="Poppins"/>
                <a:cs typeface="Poppins"/>
                <a:sym typeface="Poppins"/>
              </a:defRPr>
            </a:lvl4pPr>
            <a:lvl5pPr indent="-330200" lvl="4" marL="2286000" algn="l">
              <a:lnSpc>
                <a:spcPct val="115000"/>
              </a:lnSpc>
              <a:spcBef>
                <a:spcPts val="0"/>
              </a:spcBef>
              <a:spcAft>
                <a:spcPts val="0"/>
              </a:spcAft>
              <a:buSzPts val="1600"/>
              <a:buFont typeface="Poppins"/>
              <a:buChar char="○"/>
              <a:defRPr sz="1600">
                <a:latin typeface="Poppins"/>
                <a:ea typeface="Poppins"/>
                <a:cs typeface="Poppins"/>
                <a:sym typeface="Poppins"/>
              </a:defRPr>
            </a:lvl5pPr>
            <a:lvl6pPr indent="-330200" lvl="5" marL="2743200" algn="l">
              <a:lnSpc>
                <a:spcPct val="115000"/>
              </a:lnSpc>
              <a:spcBef>
                <a:spcPts val="0"/>
              </a:spcBef>
              <a:spcAft>
                <a:spcPts val="0"/>
              </a:spcAft>
              <a:buSzPts val="1600"/>
              <a:buFont typeface="Poppins"/>
              <a:buChar char="■"/>
              <a:defRPr sz="1600">
                <a:latin typeface="Poppins"/>
                <a:ea typeface="Poppins"/>
                <a:cs typeface="Poppins"/>
                <a:sym typeface="Poppins"/>
              </a:defRPr>
            </a:lvl6pPr>
            <a:lvl7pPr indent="-330200" lvl="6" marL="3200400" algn="l">
              <a:lnSpc>
                <a:spcPct val="115000"/>
              </a:lnSpc>
              <a:spcBef>
                <a:spcPts val="0"/>
              </a:spcBef>
              <a:spcAft>
                <a:spcPts val="0"/>
              </a:spcAft>
              <a:buSzPts val="1600"/>
              <a:buFont typeface="Poppins"/>
              <a:buChar char="●"/>
              <a:defRPr sz="1600">
                <a:latin typeface="Poppins"/>
                <a:ea typeface="Poppins"/>
                <a:cs typeface="Poppins"/>
                <a:sym typeface="Poppins"/>
              </a:defRPr>
            </a:lvl7pPr>
            <a:lvl8pPr indent="-330200" lvl="7" marL="3657600" algn="l">
              <a:lnSpc>
                <a:spcPct val="115000"/>
              </a:lnSpc>
              <a:spcBef>
                <a:spcPts val="0"/>
              </a:spcBef>
              <a:spcAft>
                <a:spcPts val="0"/>
              </a:spcAft>
              <a:buSzPts val="1600"/>
              <a:buFont typeface="Poppins"/>
              <a:buChar char="○"/>
              <a:defRPr sz="1600">
                <a:latin typeface="Poppins"/>
                <a:ea typeface="Poppins"/>
                <a:cs typeface="Poppins"/>
                <a:sym typeface="Poppins"/>
              </a:defRPr>
            </a:lvl8pPr>
            <a:lvl9pPr indent="-330200" lvl="8" marL="4114800" algn="l">
              <a:lnSpc>
                <a:spcPct val="115000"/>
              </a:lnSpc>
              <a:spcBef>
                <a:spcPts val="0"/>
              </a:spcBef>
              <a:spcAft>
                <a:spcPts val="0"/>
              </a:spcAft>
              <a:buSzPts val="1600"/>
              <a:buFont typeface="Poppins"/>
              <a:buChar char="■"/>
              <a:defRPr sz="1600">
                <a:latin typeface="Poppins"/>
                <a:ea typeface="Poppins"/>
                <a:cs typeface="Poppins"/>
                <a:sym typeface="Poppins"/>
              </a:defRPr>
            </a:lvl9pPr>
          </a:lstStyle>
          <a:p/>
        </p:txBody>
      </p:sp>
      <p:sp>
        <p:nvSpPr>
          <p:cNvPr id="132" name="Google Shape;132;p11"/>
          <p:cNvSpPr txBox="1"/>
          <p:nvPr>
            <p:ph idx="3" type="subTitle"/>
          </p:nvPr>
        </p:nvSpPr>
        <p:spPr>
          <a:xfrm>
            <a:off x="481509" y="746200"/>
            <a:ext cx="4017300" cy="342900"/>
          </a:xfrm>
          <a:prstGeom prst="rect">
            <a:avLst/>
          </a:prstGeom>
          <a:noFill/>
          <a:ln>
            <a:noFill/>
          </a:ln>
        </p:spPr>
        <p:txBody>
          <a:bodyPr anchorCtr="0" anchor="ctr" bIns="68575" lIns="68575" spcFirstLastPara="1" rIns="68575" wrap="square" tIns="68575">
            <a:noAutofit/>
          </a:bodyPr>
          <a:lstStyle>
            <a:lvl1pPr lvl="0" algn="l">
              <a:lnSpc>
                <a:spcPct val="115000"/>
              </a:lnSpc>
              <a:spcBef>
                <a:spcPts val="0"/>
              </a:spcBef>
              <a:spcAft>
                <a:spcPts val="0"/>
              </a:spcAft>
              <a:buSzPts val="1800"/>
              <a:buFont typeface="Poppins"/>
              <a:buNone/>
              <a:defRPr sz="1800">
                <a:latin typeface="Poppins"/>
                <a:ea typeface="Poppins"/>
                <a:cs typeface="Poppins"/>
                <a:sym typeface="Poppins"/>
              </a:defRPr>
            </a:lvl1pPr>
            <a:lvl2pPr lvl="1" algn="l">
              <a:lnSpc>
                <a:spcPct val="115000"/>
              </a:lnSpc>
              <a:spcBef>
                <a:spcPts val="0"/>
              </a:spcBef>
              <a:spcAft>
                <a:spcPts val="0"/>
              </a:spcAft>
              <a:buSzPts val="1800"/>
              <a:buFont typeface="Poppins"/>
              <a:buNone/>
              <a:defRPr sz="1800">
                <a:latin typeface="Poppins"/>
                <a:ea typeface="Poppins"/>
                <a:cs typeface="Poppins"/>
                <a:sym typeface="Poppins"/>
              </a:defRPr>
            </a:lvl2pPr>
            <a:lvl3pPr lvl="2" algn="l">
              <a:lnSpc>
                <a:spcPct val="115000"/>
              </a:lnSpc>
              <a:spcBef>
                <a:spcPts val="0"/>
              </a:spcBef>
              <a:spcAft>
                <a:spcPts val="0"/>
              </a:spcAft>
              <a:buSzPts val="1800"/>
              <a:buFont typeface="Poppins"/>
              <a:buNone/>
              <a:defRPr sz="1800">
                <a:latin typeface="Poppins"/>
                <a:ea typeface="Poppins"/>
                <a:cs typeface="Poppins"/>
                <a:sym typeface="Poppins"/>
              </a:defRPr>
            </a:lvl3pPr>
            <a:lvl4pPr lvl="3" algn="l">
              <a:lnSpc>
                <a:spcPct val="115000"/>
              </a:lnSpc>
              <a:spcBef>
                <a:spcPts val="0"/>
              </a:spcBef>
              <a:spcAft>
                <a:spcPts val="0"/>
              </a:spcAft>
              <a:buSzPts val="1800"/>
              <a:buFont typeface="Poppins"/>
              <a:buNone/>
              <a:defRPr sz="1800">
                <a:latin typeface="Poppins"/>
                <a:ea typeface="Poppins"/>
                <a:cs typeface="Poppins"/>
                <a:sym typeface="Poppins"/>
              </a:defRPr>
            </a:lvl4pPr>
            <a:lvl5pPr lvl="4" algn="l">
              <a:lnSpc>
                <a:spcPct val="115000"/>
              </a:lnSpc>
              <a:spcBef>
                <a:spcPts val="0"/>
              </a:spcBef>
              <a:spcAft>
                <a:spcPts val="0"/>
              </a:spcAft>
              <a:buSzPts val="1800"/>
              <a:buFont typeface="Poppins"/>
              <a:buNone/>
              <a:defRPr sz="1800">
                <a:latin typeface="Poppins"/>
                <a:ea typeface="Poppins"/>
                <a:cs typeface="Poppins"/>
                <a:sym typeface="Poppins"/>
              </a:defRPr>
            </a:lvl5pPr>
            <a:lvl6pPr lvl="5" algn="l">
              <a:lnSpc>
                <a:spcPct val="115000"/>
              </a:lnSpc>
              <a:spcBef>
                <a:spcPts val="0"/>
              </a:spcBef>
              <a:spcAft>
                <a:spcPts val="0"/>
              </a:spcAft>
              <a:buSzPts val="1800"/>
              <a:buFont typeface="Poppins"/>
              <a:buNone/>
              <a:defRPr sz="1800">
                <a:latin typeface="Poppins"/>
                <a:ea typeface="Poppins"/>
                <a:cs typeface="Poppins"/>
                <a:sym typeface="Poppins"/>
              </a:defRPr>
            </a:lvl6pPr>
            <a:lvl7pPr lvl="6" algn="l">
              <a:lnSpc>
                <a:spcPct val="115000"/>
              </a:lnSpc>
              <a:spcBef>
                <a:spcPts val="0"/>
              </a:spcBef>
              <a:spcAft>
                <a:spcPts val="0"/>
              </a:spcAft>
              <a:buSzPts val="1800"/>
              <a:buFont typeface="Poppins"/>
              <a:buNone/>
              <a:defRPr sz="1800">
                <a:latin typeface="Poppins"/>
                <a:ea typeface="Poppins"/>
                <a:cs typeface="Poppins"/>
                <a:sym typeface="Poppins"/>
              </a:defRPr>
            </a:lvl7pPr>
            <a:lvl8pPr lvl="7" algn="l">
              <a:lnSpc>
                <a:spcPct val="115000"/>
              </a:lnSpc>
              <a:spcBef>
                <a:spcPts val="0"/>
              </a:spcBef>
              <a:spcAft>
                <a:spcPts val="0"/>
              </a:spcAft>
              <a:buSzPts val="1800"/>
              <a:buFont typeface="Poppins"/>
              <a:buNone/>
              <a:defRPr sz="1800">
                <a:latin typeface="Poppins"/>
                <a:ea typeface="Poppins"/>
                <a:cs typeface="Poppins"/>
                <a:sym typeface="Poppins"/>
              </a:defRPr>
            </a:lvl8pPr>
            <a:lvl9pPr lvl="8" algn="l">
              <a:lnSpc>
                <a:spcPct val="115000"/>
              </a:lnSpc>
              <a:spcBef>
                <a:spcPts val="0"/>
              </a:spcBef>
              <a:spcAft>
                <a:spcPts val="0"/>
              </a:spcAft>
              <a:buSzPts val="1800"/>
              <a:buFont typeface="Poppins"/>
              <a:buNone/>
              <a:defRPr sz="1800">
                <a:latin typeface="Poppins"/>
                <a:ea typeface="Poppins"/>
                <a:cs typeface="Poppins"/>
                <a:sym typeface="Poppins"/>
              </a:defRPr>
            </a:lvl9pPr>
          </a:lstStyle>
          <a:p/>
        </p:txBody>
      </p:sp>
      <p:sp>
        <p:nvSpPr>
          <p:cNvPr id="133" name="Google Shape;133;p11"/>
          <p:cNvSpPr txBox="1"/>
          <p:nvPr>
            <p:ph idx="4" type="subTitle"/>
          </p:nvPr>
        </p:nvSpPr>
        <p:spPr>
          <a:xfrm>
            <a:off x="4492988" y="746200"/>
            <a:ext cx="4060800" cy="342900"/>
          </a:xfrm>
          <a:prstGeom prst="rect">
            <a:avLst/>
          </a:prstGeom>
          <a:noFill/>
          <a:ln>
            <a:noFill/>
          </a:ln>
        </p:spPr>
        <p:txBody>
          <a:bodyPr anchorCtr="0" anchor="ctr" bIns="68575" lIns="68575" spcFirstLastPara="1" rIns="68575" wrap="square" tIns="68575">
            <a:noAutofit/>
          </a:bodyPr>
          <a:lstStyle>
            <a:lvl1pPr lvl="0" algn="l">
              <a:lnSpc>
                <a:spcPct val="115000"/>
              </a:lnSpc>
              <a:spcBef>
                <a:spcPts val="0"/>
              </a:spcBef>
              <a:spcAft>
                <a:spcPts val="0"/>
              </a:spcAft>
              <a:buSzPts val="1800"/>
              <a:buFont typeface="Poppins"/>
              <a:buNone/>
              <a:defRPr sz="1800">
                <a:latin typeface="Poppins"/>
                <a:ea typeface="Poppins"/>
                <a:cs typeface="Poppins"/>
                <a:sym typeface="Poppins"/>
              </a:defRPr>
            </a:lvl1pPr>
            <a:lvl2pPr lvl="1" algn="l">
              <a:lnSpc>
                <a:spcPct val="115000"/>
              </a:lnSpc>
              <a:spcBef>
                <a:spcPts val="0"/>
              </a:spcBef>
              <a:spcAft>
                <a:spcPts val="0"/>
              </a:spcAft>
              <a:buSzPts val="1800"/>
              <a:buFont typeface="Poppins"/>
              <a:buNone/>
              <a:defRPr sz="1800">
                <a:latin typeface="Poppins"/>
                <a:ea typeface="Poppins"/>
                <a:cs typeface="Poppins"/>
                <a:sym typeface="Poppins"/>
              </a:defRPr>
            </a:lvl2pPr>
            <a:lvl3pPr lvl="2" algn="l">
              <a:lnSpc>
                <a:spcPct val="115000"/>
              </a:lnSpc>
              <a:spcBef>
                <a:spcPts val="0"/>
              </a:spcBef>
              <a:spcAft>
                <a:spcPts val="0"/>
              </a:spcAft>
              <a:buSzPts val="1800"/>
              <a:buFont typeface="Poppins"/>
              <a:buNone/>
              <a:defRPr sz="1800">
                <a:latin typeface="Poppins"/>
                <a:ea typeface="Poppins"/>
                <a:cs typeface="Poppins"/>
                <a:sym typeface="Poppins"/>
              </a:defRPr>
            </a:lvl3pPr>
            <a:lvl4pPr lvl="3" algn="l">
              <a:lnSpc>
                <a:spcPct val="115000"/>
              </a:lnSpc>
              <a:spcBef>
                <a:spcPts val="0"/>
              </a:spcBef>
              <a:spcAft>
                <a:spcPts val="0"/>
              </a:spcAft>
              <a:buSzPts val="1800"/>
              <a:buFont typeface="Poppins"/>
              <a:buNone/>
              <a:defRPr sz="1800">
                <a:latin typeface="Poppins"/>
                <a:ea typeface="Poppins"/>
                <a:cs typeface="Poppins"/>
                <a:sym typeface="Poppins"/>
              </a:defRPr>
            </a:lvl4pPr>
            <a:lvl5pPr lvl="4" algn="l">
              <a:lnSpc>
                <a:spcPct val="115000"/>
              </a:lnSpc>
              <a:spcBef>
                <a:spcPts val="0"/>
              </a:spcBef>
              <a:spcAft>
                <a:spcPts val="0"/>
              </a:spcAft>
              <a:buSzPts val="1800"/>
              <a:buFont typeface="Poppins"/>
              <a:buNone/>
              <a:defRPr sz="1800">
                <a:latin typeface="Poppins"/>
                <a:ea typeface="Poppins"/>
                <a:cs typeface="Poppins"/>
                <a:sym typeface="Poppins"/>
              </a:defRPr>
            </a:lvl5pPr>
            <a:lvl6pPr lvl="5" algn="l">
              <a:lnSpc>
                <a:spcPct val="115000"/>
              </a:lnSpc>
              <a:spcBef>
                <a:spcPts val="0"/>
              </a:spcBef>
              <a:spcAft>
                <a:spcPts val="0"/>
              </a:spcAft>
              <a:buSzPts val="1800"/>
              <a:buFont typeface="Poppins"/>
              <a:buNone/>
              <a:defRPr sz="1800">
                <a:latin typeface="Poppins"/>
                <a:ea typeface="Poppins"/>
                <a:cs typeface="Poppins"/>
                <a:sym typeface="Poppins"/>
              </a:defRPr>
            </a:lvl6pPr>
            <a:lvl7pPr lvl="6" algn="l">
              <a:lnSpc>
                <a:spcPct val="115000"/>
              </a:lnSpc>
              <a:spcBef>
                <a:spcPts val="0"/>
              </a:spcBef>
              <a:spcAft>
                <a:spcPts val="0"/>
              </a:spcAft>
              <a:buSzPts val="1800"/>
              <a:buFont typeface="Poppins"/>
              <a:buNone/>
              <a:defRPr sz="1800">
                <a:latin typeface="Poppins"/>
                <a:ea typeface="Poppins"/>
                <a:cs typeface="Poppins"/>
                <a:sym typeface="Poppins"/>
              </a:defRPr>
            </a:lvl7pPr>
            <a:lvl8pPr lvl="7" algn="l">
              <a:lnSpc>
                <a:spcPct val="115000"/>
              </a:lnSpc>
              <a:spcBef>
                <a:spcPts val="0"/>
              </a:spcBef>
              <a:spcAft>
                <a:spcPts val="0"/>
              </a:spcAft>
              <a:buSzPts val="1800"/>
              <a:buFont typeface="Poppins"/>
              <a:buNone/>
              <a:defRPr sz="1800">
                <a:latin typeface="Poppins"/>
                <a:ea typeface="Poppins"/>
                <a:cs typeface="Poppins"/>
                <a:sym typeface="Poppins"/>
              </a:defRPr>
            </a:lvl8pPr>
            <a:lvl9pPr lvl="8" algn="l">
              <a:lnSpc>
                <a:spcPct val="115000"/>
              </a:lnSpc>
              <a:spcBef>
                <a:spcPts val="0"/>
              </a:spcBef>
              <a:spcAft>
                <a:spcPts val="0"/>
              </a:spcAft>
              <a:buSzPts val="1800"/>
              <a:buFont typeface="Poppins"/>
              <a:buNone/>
              <a:defRPr sz="1800">
                <a:latin typeface="Poppins"/>
                <a:ea typeface="Poppins"/>
                <a:cs typeface="Poppins"/>
                <a:sym typeface="Poppins"/>
              </a:defRPr>
            </a:lvl9pPr>
          </a:lstStyle>
          <a:p/>
        </p:txBody>
      </p:sp>
      <p:sp>
        <p:nvSpPr>
          <p:cNvPr id="134" name="Google Shape;134;p11"/>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11"/>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36" name="Google Shape;136;p11"/>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Picture">
  <p:cSld name="TITLE_5_1">
    <p:bg>
      <p:bgPr>
        <a:solidFill>
          <a:srgbClr val="FFFFFF"/>
        </a:solidFill>
      </p:bgPr>
    </p:bg>
    <p:spTree>
      <p:nvGrpSpPr>
        <p:cNvPr id="137" name="Shape 137"/>
        <p:cNvGrpSpPr/>
        <p:nvPr/>
      </p:nvGrpSpPr>
      <p:grpSpPr>
        <a:xfrm>
          <a:off x="0" y="0"/>
          <a:ext cx="0" cy="0"/>
          <a:chOff x="0" y="0"/>
          <a:chExt cx="0" cy="0"/>
        </a:xfrm>
      </p:grpSpPr>
      <p:pic>
        <p:nvPicPr>
          <p:cNvPr id="138" name="Google Shape;138;p12"/>
          <p:cNvPicPr preferRelativeResize="0"/>
          <p:nvPr/>
        </p:nvPicPr>
        <p:blipFill rotWithShape="1">
          <a:blip r:embed="rId2">
            <a:alphaModFix/>
          </a:blip>
          <a:srcRect b="0" l="219" r="219" t="0"/>
          <a:stretch/>
        </p:blipFill>
        <p:spPr>
          <a:xfrm>
            <a:off x="2795887" y="795637"/>
            <a:ext cx="3857025" cy="3857027"/>
          </a:xfrm>
          <a:prstGeom prst="rect">
            <a:avLst/>
          </a:prstGeom>
          <a:noFill/>
          <a:ln>
            <a:noFill/>
          </a:ln>
        </p:spPr>
      </p:pic>
      <p:sp>
        <p:nvSpPr>
          <p:cNvPr id="139" name="Google Shape;139;p12"/>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0" name="Google Shape;140;p12"/>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1" name="Google Shape;141;p12"/>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2" name="Google Shape;142;p12"/>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3" name="Google Shape;143;p12"/>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4" name="Google Shape;144;p12"/>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a:t>
            </a:r>
            <a:r>
              <a:rPr lang="en" sz="1000">
                <a:solidFill>
                  <a:schemeClr val="lt1"/>
                </a:solidFill>
                <a:latin typeface="Oswald SemiBold"/>
                <a:ea typeface="Oswald SemiBold"/>
                <a:cs typeface="Oswald SemiBold"/>
                <a:sym typeface="Oswald SemiBold"/>
              </a:rPr>
              <a:t xml:space="preserve"> </a:t>
            </a:r>
            <a:r>
              <a:rPr b="0" i="0" lang="en" sz="1000" u="none" cap="none" strike="noStrike">
                <a:solidFill>
                  <a:schemeClr val="lt1"/>
                </a:solidFill>
                <a:latin typeface="Oswald SemiBold"/>
                <a:ea typeface="Oswald SemiBold"/>
                <a:cs typeface="Oswald SemiBold"/>
                <a:sym typeface="Oswald SemiBold"/>
              </a:rPr>
              <a:t>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45" name="Google Shape;145;p12"/>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6" name="Google Shape;146;p12"/>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2"/>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148" name="Google Shape;148;p12"/>
          <p:cNvSpPr/>
          <p:nvPr>
            <p:ph idx="2" type="pic"/>
          </p:nvPr>
        </p:nvSpPr>
        <p:spPr>
          <a:xfrm>
            <a:off x="488400" y="778350"/>
            <a:ext cx="8167200" cy="37392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Picture">
  <p:cSld name="TITLE_5_1_1">
    <p:bg>
      <p:bgPr>
        <a:solidFill>
          <a:srgbClr val="FFFFFF"/>
        </a:solidFill>
      </p:bgPr>
    </p:bg>
    <p:spTree>
      <p:nvGrpSpPr>
        <p:cNvPr id="149" name="Shape 149"/>
        <p:cNvGrpSpPr/>
        <p:nvPr/>
      </p:nvGrpSpPr>
      <p:grpSpPr>
        <a:xfrm>
          <a:off x="0" y="0"/>
          <a:ext cx="0" cy="0"/>
          <a:chOff x="0" y="0"/>
          <a:chExt cx="0" cy="0"/>
        </a:xfrm>
      </p:grpSpPr>
      <p:pic>
        <p:nvPicPr>
          <p:cNvPr id="150" name="Google Shape;150;p13"/>
          <p:cNvPicPr preferRelativeResize="0"/>
          <p:nvPr/>
        </p:nvPicPr>
        <p:blipFill rotWithShape="1">
          <a:blip r:embed="rId2">
            <a:alphaModFix/>
          </a:blip>
          <a:srcRect b="0" l="219" r="219" t="0"/>
          <a:stretch/>
        </p:blipFill>
        <p:spPr>
          <a:xfrm>
            <a:off x="2795887" y="795637"/>
            <a:ext cx="3857025" cy="3857027"/>
          </a:xfrm>
          <a:prstGeom prst="rect">
            <a:avLst/>
          </a:prstGeom>
          <a:noFill/>
          <a:ln>
            <a:noFill/>
          </a:ln>
        </p:spPr>
      </p:pic>
      <p:sp>
        <p:nvSpPr>
          <p:cNvPr id="151" name="Google Shape;151;p13"/>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2" name="Google Shape;152;p13"/>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3" name="Google Shape;153;p13"/>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4" name="Google Shape;154;p13"/>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5" name="Google Shape;155;p13"/>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6" name="Google Shape;156;p13"/>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a:t>
            </a:r>
            <a:r>
              <a:rPr lang="en" sz="1000">
                <a:solidFill>
                  <a:schemeClr val="lt1"/>
                </a:solidFill>
                <a:latin typeface="Oswald SemiBold"/>
                <a:ea typeface="Oswald SemiBold"/>
                <a:cs typeface="Oswald SemiBold"/>
                <a:sym typeface="Oswald SemiBold"/>
              </a:rPr>
              <a:t xml:space="preserve"> </a:t>
            </a:r>
            <a:r>
              <a:rPr b="0" i="0" lang="en" sz="1000" u="none" cap="none" strike="noStrike">
                <a:solidFill>
                  <a:schemeClr val="lt1"/>
                </a:solidFill>
                <a:latin typeface="Oswald SemiBold"/>
                <a:ea typeface="Oswald SemiBold"/>
                <a:cs typeface="Oswald SemiBold"/>
                <a:sym typeface="Oswald SemiBold"/>
              </a:rPr>
              <a:t>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57" name="Google Shape;157;p13"/>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8" name="Google Shape;158;p13"/>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59" name="Google Shape;159;p13"/>
          <p:cNvSpPr txBox="1"/>
          <p:nvPr>
            <p:ph type="title"/>
          </p:nvPr>
        </p:nvSpPr>
        <p:spPr>
          <a:xfrm>
            <a:off x="5015825" y="286875"/>
            <a:ext cx="3448500" cy="99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160" name="Google Shape;160;p13"/>
          <p:cNvSpPr/>
          <p:nvPr>
            <p:ph idx="2" type="pic"/>
          </p:nvPr>
        </p:nvSpPr>
        <p:spPr>
          <a:xfrm>
            <a:off x="-29150" y="273600"/>
            <a:ext cx="4595400" cy="4595400"/>
          </a:xfrm>
          <a:prstGeom prst="rect">
            <a:avLst/>
          </a:prstGeom>
          <a:noFill/>
          <a:ln>
            <a:noFill/>
          </a:ln>
        </p:spPr>
      </p:sp>
      <p:sp>
        <p:nvSpPr>
          <p:cNvPr id="161" name="Google Shape;161;p13"/>
          <p:cNvSpPr txBox="1"/>
          <p:nvPr>
            <p:ph idx="1" type="body"/>
          </p:nvPr>
        </p:nvSpPr>
        <p:spPr>
          <a:xfrm>
            <a:off x="5015825" y="1331925"/>
            <a:ext cx="3791100" cy="3523800"/>
          </a:xfrm>
          <a:prstGeom prst="rect">
            <a:avLst/>
          </a:prstGeom>
        </p:spPr>
        <p:txBody>
          <a:bodyPr anchorCtr="0" anchor="t" bIns="68575" lIns="68575" spcFirstLastPara="1" rIns="68575" wrap="square" tIns="68575">
            <a:no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picture border">
  <p:cSld name="CUSTOM_2_1">
    <p:bg>
      <p:bgPr>
        <a:solidFill>
          <a:schemeClr val="dk1"/>
        </a:solidFill>
      </p:bgPr>
    </p:bg>
    <p:spTree>
      <p:nvGrpSpPr>
        <p:cNvPr id="162" name="Shape 162"/>
        <p:cNvGrpSpPr/>
        <p:nvPr/>
      </p:nvGrpSpPr>
      <p:grpSpPr>
        <a:xfrm>
          <a:off x="0" y="0"/>
          <a:ext cx="0" cy="0"/>
          <a:chOff x="0" y="0"/>
          <a:chExt cx="0" cy="0"/>
        </a:xfrm>
      </p:grpSpPr>
      <p:sp>
        <p:nvSpPr>
          <p:cNvPr id="163" name="Google Shape;163;p14"/>
          <p:cNvSpPr/>
          <p:nvPr/>
        </p:nvSpPr>
        <p:spPr>
          <a:xfrm>
            <a:off x="479925"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4" name="Google Shape;164;p14"/>
          <p:cNvSpPr/>
          <p:nvPr/>
        </p:nvSpPr>
        <p:spPr>
          <a:xfrm>
            <a:off x="-154912" y="531038"/>
            <a:ext cx="666600" cy="645900"/>
          </a:xfrm>
          <a:prstGeom prst="homePlate">
            <a:avLst>
              <a:gd fmla="val 50000" name="adj"/>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3A3A3A"/>
              </a:solidFill>
              <a:latin typeface="Oswald"/>
              <a:ea typeface="Oswald"/>
              <a:cs typeface="Oswald"/>
              <a:sym typeface="Oswald"/>
            </a:endParaRPr>
          </a:p>
        </p:txBody>
      </p:sp>
      <p:sp>
        <p:nvSpPr>
          <p:cNvPr id="165" name="Google Shape;165;p14"/>
          <p:cNvSpPr/>
          <p:nvPr/>
        </p:nvSpPr>
        <p:spPr>
          <a:xfrm flipH="1" rot="-8790304">
            <a:off x="7880546" y="-682921"/>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6" name="Google Shape;166;p14"/>
          <p:cNvSpPr/>
          <p:nvPr/>
        </p:nvSpPr>
        <p:spPr>
          <a:xfrm>
            <a:off x="511763"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7" name="Google Shape;167;p14"/>
          <p:cNvSpPr/>
          <p:nvPr/>
        </p:nvSpPr>
        <p:spPr>
          <a:xfrm flipH="1" rot="-8790304">
            <a:off x="4571" y="2887623"/>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8" name="Google Shape;168;p14"/>
          <p:cNvSpPr txBox="1"/>
          <p:nvPr>
            <p:ph idx="12" type="sldNum"/>
          </p:nvPr>
        </p:nvSpPr>
        <p:spPr>
          <a:xfrm>
            <a:off x="8545406" y="4894959"/>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pic>
        <p:nvPicPr>
          <p:cNvPr id="169" name="Google Shape;169;p14"/>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70" name="Google Shape;170;p14"/>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71" name="Google Shape;171;p14"/>
          <p:cNvSpPr txBox="1"/>
          <p:nvPr>
            <p:ph type="title"/>
          </p:nvPr>
        </p:nvSpPr>
        <p:spPr>
          <a:xfrm>
            <a:off x="813025" y="1834075"/>
            <a:ext cx="4587900" cy="12765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2" name="Google Shape;172;p14"/>
          <p:cNvSpPr txBox="1"/>
          <p:nvPr>
            <p:ph idx="1" type="subTitle"/>
          </p:nvPr>
        </p:nvSpPr>
        <p:spPr>
          <a:xfrm>
            <a:off x="813019" y="3172875"/>
            <a:ext cx="6448200" cy="681900"/>
          </a:xfrm>
          <a:prstGeom prst="rect">
            <a:avLst/>
          </a:prstGeom>
          <a:noFill/>
          <a:ln>
            <a:noFill/>
          </a:ln>
        </p:spPr>
        <p:txBody>
          <a:bodyPr anchorCtr="0" anchor="t" bIns="68575" lIns="68575" spcFirstLastPara="1" rIns="68575" wrap="square" tIns="68575">
            <a:noAutofit/>
          </a:bodyPr>
          <a:lstStyle>
            <a:lvl1pPr lvl="0" algn="l">
              <a:lnSpc>
                <a:spcPct val="115000"/>
              </a:lnSpc>
              <a:spcBef>
                <a:spcPts val="0"/>
              </a:spcBef>
              <a:spcAft>
                <a:spcPts val="0"/>
              </a:spcAft>
              <a:buSzPts val="1600"/>
              <a:buFont typeface="Poppins SemiBold"/>
              <a:buNone/>
              <a:defRPr b="1" sz="1600">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
        <p:nvSpPr>
          <p:cNvPr id="173" name="Google Shape;173;p14"/>
          <p:cNvSpPr/>
          <p:nvPr>
            <p:ph idx="2" type="pic"/>
          </p:nvPr>
        </p:nvSpPr>
        <p:spPr>
          <a:xfrm>
            <a:off x="4934750" y="404075"/>
            <a:ext cx="3761400" cy="43356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background">
  <p:cSld name="CUSTOM_2_1_2">
    <p:bg>
      <p:bgPr>
        <a:solidFill>
          <a:schemeClr val="dk1"/>
        </a:solidFill>
      </p:bgPr>
    </p:bg>
    <p:spTree>
      <p:nvGrpSpPr>
        <p:cNvPr id="174" name="Shape 174"/>
        <p:cNvGrpSpPr/>
        <p:nvPr/>
      </p:nvGrpSpPr>
      <p:grpSpPr>
        <a:xfrm>
          <a:off x="0" y="0"/>
          <a:ext cx="0" cy="0"/>
          <a:chOff x="0" y="0"/>
          <a:chExt cx="0" cy="0"/>
        </a:xfrm>
      </p:grpSpPr>
      <p:sp>
        <p:nvSpPr>
          <p:cNvPr id="175" name="Google Shape;175;p15"/>
          <p:cNvSpPr/>
          <p:nvPr/>
        </p:nvSpPr>
        <p:spPr>
          <a:xfrm>
            <a:off x="479925"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76" name="Google Shape;176;p15"/>
          <p:cNvSpPr/>
          <p:nvPr/>
        </p:nvSpPr>
        <p:spPr>
          <a:xfrm>
            <a:off x="-154912" y="531038"/>
            <a:ext cx="666600" cy="645900"/>
          </a:xfrm>
          <a:prstGeom prst="homePlate">
            <a:avLst>
              <a:gd fmla="val 50000" name="adj"/>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3A3A3A"/>
              </a:solidFill>
              <a:latin typeface="Oswald"/>
              <a:ea typeface="Oswald"/>
              <a:cs typeface="Oswald"/>
              <a:sym typeface="Oswald"/>
            </a:endParaRPr>
          </a:p>
        </p:txBody>
      </p:sp>
      <p:sp>
        <p:nvSpPr>
          <p:cNvPr id="177" name="Google Shape;177;p15"/>
          <p:cNvSpPr/>
          <p:nvPr/>
        </p:nvSpPr>
        <p:spPr>
          <a:xfrm flipH="1" rot="-8790304">
            <a:off x="7880546" y="-682921"/>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78" name="Google Shape;178;p15"/>
          <p:cNvSpPr/>
          <p:nvPr/>
        </p:nvSpPr>
        <p:spPr>
          <a:xfrm>
            <a:off x="511763"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79" name="Google Shape;179;p15"/>
          <p:cNvSpPr/>
          <p:nvPr/>
        </p:nvSpPr>
        <p:spPr>
          <a:xfrm flipH="1" rot="-8790304">
            <a:off x="4571" y="2887623"/>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80" name="Google Shape;180;p15"/>
          <p:cNvSpPr txBox="1"/>
          <p:nvPr>
            <p:ph idx="12" type="sldNum"/>
          </p:nvPr>
        </p:nvSpPr>
        <p:spPr>
          <a:xfrm>
            <a:off x="8545406" y="4894959"/>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pic>
        <p:nvPicPr>
          <p:cNvPr id="181" name="Google Shape;181;p15"/>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82" name="Google Shape;182;p15"/>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83" name="Google Shape;183;p15"/>
          <p:cNvSpPr txBox="1"/>
          <p:nvPr>
            <p:ph type="title"/>
          </p:nvPr>
        </p:nvSpPr>
        <p:spPr>
          <a:xfrm>
            <a:off x="813019" y="2611406"/>
            <a:ext cx="6105000" cy="4992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4" name="Google Shape;184;p15"/>
          <p:cNvSpPr txBox="1"/>
          <p:nvPr>
            <p:ph idx="1" type="subTitle"/>
          </p:nvPr>
        </p:nvSpPr>
        <p:spPr>
          <a:xfrm>
            <a:off x="813019" y="3172875"/>
            <a:ext cx="6448200" cy="681900"/>
          </a:xfrm>
          <a:prstGeom prst="rect">
            <a:avLst/>
          </a:prstGeom>
          <a:noFill/>
          <a:ln>
            <a:noFill/>
          </a:ln>
        </p:spPr>
        <p:txBody>
          <a:bodyPr anchorCtr="0" anchor="t" bIns="68575" lIns="68575" spcFirstLastPara="1" rIns="68575" wrap="square" tIns="68575">
            <a:noAutofit/>
          </a:bodyPr>
          <a:lstStyle>
            <a:lvl1pPr lvl="0" algn="l">
              <a:lnSpc>
                <a:spcPct val="115000"/>
              </a:lnSpc>
              <a:spcBef>
                <a:spcPts val="0"/>
              </a:spcBef>
              <a:spcAft>
                <a:spcPts val="0"/>
              </a:spcAft>
              <a:buSzPts val="1600"/>
              <a:buFont typeface="Poppins SemiBold"/>
              <a:buNone/>
              <a:defRPr b="1" sz="1600">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Background">
  <p:cSld name="CUSTOM_3_1_1_1_1">
    <p:spTree>
      <p:nvGrpSpPr>
        <p:cNvPr id="185" name="Shape 185"/>
        <p:cNvGrpSpPr/>
        <p:nvPr/>
      </p:nvGrpSpPr>
      <p:grpSpPr>
        <a:xfrm>
          <a:off x="0" y="0"/>
          <a:ext cx="0" cy="0"/>
          <a:chOff x="0" y="0"/>
          <a:chExt cx="0" cy="0"/>
        </a:xfrm>
      </p:grpSpPr>
      <p:pic>
        <p:nvPicPr>
          <p:cNvPr id="186" name="Google Shape;186;p16"/>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87" name="Google Shape;187;p16"/>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88" name="Google Shape;188;p16"/>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89" name="Google Shape;189;p16"/>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90" name="Google Shape;190;p16"/>
          <p:cNvSpPr/>
          <p:nvPr/>
        </p:nvSpPr>
        <p:spPr>
          <a:xfrm>
            <a:off x="2181844" y="4869067"/>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91" name="Google Shape;191;p16"/>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92" name="Google Shape;192;p16"/>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93" name="Google Shape;193;p16"/>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6"/>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95" name="Google Shape;195;p16"/>
          <p:cNvSpPr txBox="1"/>
          <p:nvPr>
            <p:ph type="title"/>
          </p:nvPr>
        </p:nvSpPr>
        <p:spPr>
          <a:xfrm>
            <a:off x="450869" y="2306231"/>
            <a:ext cx="7931700" cy="785100"/>
          </a:xfrm>
          <a:prstGeom prst="rect">
            <a:avLst/>
          </a:prstGeom>
          <a:noFill/>
          <a:ln>
            <a:noFill/>
          </a:ln>
        </p:spPr>
        <p:txBody>
          <a:bodyPr anchorCtr="0" anchor="b" bIns="68575" lIns="68575" spcFirstLastPara="1" rIns="68575" wrap="square" tIns="68575">
            <a:noAutofit/>
          </a:bodyPr>
          <a:lstStyle>
            <a:lvl1pPr lvl="0" algn="l">
              <a:lnSpc>
                <a:spcPct val="100000"/>
              </a:lnSpc>
              <a:spcBef>
                <a:spcPts val="0"/>
              </a:spcBef>
              <a:spcAft>
                <a:spcPts val="0"/>
              </a:spcAft>
              <a:buClr>
                <a:schemeClr val="dk1"/>
              </a:buClr>
              <a:buSzPts val="3000"/>
              <a:buFont typeface="Oswald"/>
              <a:buNone/>
              <a:defRPr b="1">
                <a:solidFill>
                  <a:schemeClr val="dk1"/>
                </a:solidFill>
                <a:latin typeface="Oswald"/>
                <a:ea typeface="Oswald"/>
                <a:cs typeface="Oswald"/>
                <a:sym typeface="Oswald"/>
              </a:defRPr>
            </a:lvl1pPr>
            <a:lvl2pPr lvl="1" algn="l">
              <a:lnSpc>
                <a:spcPct val="100000"/>
              </a:lnSpc>
              <a:spcBef>
                <a:spcPts val="0"/>
              </a:spcBef>
              <a:spcAft>
                <a:spcPts val="0"/>
              </a:spcAft>
              <a:buSzPts val="3300"/>
              <a:buFont typeface="Oswald"/>
              <a:buNone/>
              <a:defRPr b="1" sz="3300">
                <a:latin typeface="Oswald"/>
                <a:ea typeface="Oswald"/>
                <a:cs typeface="Oswald"/>
                <a:sym typeface="Oswald"/>
              </a:defRPr>
            </a:lvl2pPr>
            <a:lvl3pPr lvl="2" algn="l">
              <a:lnSpc>
                <a:spcPct val="100000"/>
              </a:lnSpc>
              <a:spcBef>
                <a:spcPts val="0"/>
              </a:spcBef>
              <a:spcAft>
                <a:spcPts val="0"/>
              </a:spcAft>
              <a:buSzPts val="3300"/>
              <a:buFont typeface="Oswald"/>
              <a:buNone/>
              <a:defRPr b="1" sz="3300">
                <a:latin typeface="Oswald"/>
                <a:ea typeface="Oswald"/>
                <a:cs typeface="Oswald"/>
                <a:sym typeface="Oswald"/>
              </a:defRPr>
            </a:lvl3pPr>
            <a:lvl4pPr lvl="3" algn="l">
              <a:lnSpc>
                <a:spcPct val="100000"/>
              </a:lnSpc>
              <a:spcBef>
                <a:spcPts val="0"/>
              </a:spcBef>
              <a:spcAft>
                <a:spcPts val="0"/>
              </a:spcAft>
              <a:buSzPts val="3300"/>
              <a:buFont typeface="Oswald"/>
              <a:buNone/>
              <a:defRPr b="1" sz="3300">
                <a:latin typeface="Oswald"/>
                <a:ea typeface="Oswald"/>
                <a:cs typeface="Oswald"/>
                <a:sym typeface="Oswald"/>
              </a:defRPr>
            </a:lvl4pPr>
            <a:lvl5pPr lvl="4" algn="l">
              <a:lnSpc>
                <a:spcPct val="100000"/>
              </a:lnSpc>
              <a:spcBef>
                <a:spcPts val="0"/>
              </a:spcBef>
              <a:spcAft>
                <a:spcPts val="0"/>
              </a:spcAft>
              <a:buSzPts val="3300"/>
              <a:buFont typeface="Oswald"/>
              <a:buNone/>
              <a:defRPr b="1" sz="3300">
                <a:latin typeface="Oswald"/>
                <a:ea typeface="Oswald"/>
                <a:cs typeface="Oswald"/>
                <a:sym typeface="Oswald"/>
              </a:defRPr>
            </a:lvl5pPr>
            <a:lvl6pPr lvl="5" algn="l">
              <a:lnSpc>
                <a:spcPct val="100000"/>
              </a:lnSpc>
              <a:spcBef>
                <a:spcPts val="0"/>
              </a:spcBef>
              <a:spcAft>
                <a:spcPts val="0"/>
              </a:spcAft>
              <a:buSzPts val="3300"/>
              <a:buFont typeface="Oswald"/>
              <a:buNone/>
              <a:defRPr b="1" sz="3300">
                <a:latin typeface="Oswald"/>
                <a:ea typeface="Oswald"/>
                <a:cs typeface="Oswald"/>
                <a:sym typeface="Oswald"/>
              </a:defRPr>
            </a:lvl6pPr>
            <a:lvl7pPr lvl="6" algn="l">
              <a:lnSpc>
                <a:spcPct val="100000"/>
              </a:lnSpc>
              <a:spcBef>
                <a:spcPts val="0"/>
              </a:spcBef>
              <a:spcAft>
                <a:spcPts val="0"/>
              </a:spcAft>
              <a:buSzPts val="3300"/>
              <a:buFont typeface="Oswald"/>
              <a:buNone/>
              <a:defRPr b="1" sz="3300">
                <a:latin typeface="Oswald"/>
                <a:ea typeface="Oswald"/>
                <a:cs typeface="Oswald"/>
                <a:sym typeface="Oswald"/>
              </a:defRPr>
            </a:lvl7pPr>
            <a:lvl8pPr lvl="7" algn="l">
              <a:lnSpc>
                <a:spcPct val="100000"/>
              </a:lnSpc>
              <a:spcBef>
                <a:spcPts val="0"/>
              </a:spcBef>
              <a:spcAft>
                <a:spcPts val="0"/>
              </a:spcAft>
              <a:buSzPts val="3300"/>
              <a:buFont typeface="Oswald"/>
              <a:buNone/>
              <a:defRPr b="1" sz="3300">
                <a:latin typeface="Oswald"/>
                <a:ea typeface="Oswald"/>
                <a:cs typeface="Oswald"/>
                <a:sym typeface="Oswald"/>
              </a:defRPr>
            </a:lvl8pPr>
            <a:lvl9pPr lvl="8" algn="l">
              <a:lnSpc>
                <a:spcPct val="100000"/>
              </a:lnSpc>
              <a:spcBef>
                <a:spcPts val="0"/>
              </a:spcBef>
              <a:spcAft>
                <a:spcPts val="0"/>
              </a:spcAft>
              <a:buSzPts val="3300"/>
              <a:buFont typeface="Oswald"/>
              <a:buNone/>
              <a:defRPr b="1" sz="3300">
                <a:latin typeface="Oswald"/>
                <a:ea typeface="Oswald"/>
                <a:cs typeface="Oswald"/>
                <a:sym typeface="Oswald"/>
              </a:defRPr>
            </a:lvl9pPr>
          </a:lstStyle>
          <a:p/>
        </p:txBody>
      </p:sp>
      <p:sp>
        <p:nvSpPr>
          <p:cNvPr id="196" name="Google Shape;196;p16"/>
          <p:cNvSpPr txBox="1"/>
          <p:nvPr>
            <p:ph idx="2" type="title"/>
          </p:nvPr>
        </p:nvSpPr>
        <p:spPr>
          <a:xfrm>
            <a:off x="450869" y="3179344"/>
            <a:ext cx="7239000" cy="4389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Clr>
                <a:schemeClr val="dk2"/>
              </a:buClr>
              <a:buSzPts val="1800"/>
              <a:buFont typeface="Poppins Medium"/>
              <a:buNone/>
              <a:defRPr sz="1800">
                <a:solidFill>
                  <a:schemeClr val="dk2"/>
                </a:solidFill>
                <a:latin typeface="Poppins Medium"/>
                <a:ea typeface="Poppins Medium"/>
                <a:cs typeface="Poppins Medium"/>
                <a:sym typeface="Poppins Medium"/>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Exercise - Lets DO IT">
    <p:bg>
      <p:bgPr>
        <a:solidFill>
          <a:schemeClr val="accent1"/>
        </a:solidFill>
      </p:bgPr>
    </p:bg>
    <p:spTree>
      <p:nvGrpSpPr>
        <p:cNvPr id="197" name="Shape 197"/>
        <p:cNvGrpSpPr/>
        <p:nvPr/>
      </p:nvGrpSpPr>
      <p:grpSpPr>
        <a:xfrm>
          <a:off x="0" y="0"/>
          <a:ext cx="0" cy="0"/>
          <a:chOff x="0" y="0"/>
          <a:chExt cx="0" cy="0"/>
        </a:xfrm>
      </p:grpSpPr>
      <p:sp>
        <p:nvSpPr>
          <p:cNvPr id="198" name="Google Shape;198;p17"/>
          <p:cNvSpPr txBox="1"/>
          <p:nvPr>
            <p:ph type="title"/>
          </p:nvPr>
        </p:nvSpPr>
        <p:spPr>
          <a:xfrm>
            <a:off x="791580" y="1869672"/>
            <a:ext cx="7886700" cy="994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000"/>
              <a:buNone/>
              <a:defRPr sz="7762">
                <a:solidFill>
                  <a:schemeClr val="lt1"/>
                </a:solidFill>
                <a:latin typeface="Oswald"/>
                <a:ea typeface="Oswald"/>
                <a:cs typeface="Oswald"/>
                <a:sym typeface="Oswald"/>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199" name="Google Shape;199;p17"/>
          <p:cNvSpPr txBox="1"/>
          <p:nvPr>
            <p:ph idx="12" type="sldNum"/>
          </p:nvPr>
        </p:nvSpPr>
        <p:spPr>
          <a:xfrm>
            <a:off x="8556806" y="4894959"/>
            <a:ext cx="423600" cy="15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1pPr>
            <a:lvl2pPr indent="0" lvl="1"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2pPr>
            <a:lvl3pPr indent="0" lvl="2"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3pPr>
            <a:lvl4pPr indent="0" lvl="3"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4pPr>
            <a:lvl5pPr indent="0" lvl="4"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5pPr>
            <a:lvl6pPr indent="0" lvl="5"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6pPr>
            <a:lvl7pPr indent="0" lvl="6"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7pPr>
            <a:lvl8pPr indent="0" lvl="7"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8pPr>
            <a:lvl9pPr indent="0" lvl="8"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Picture">
  <p:cSld name="Exercise - Lets DO IT_1">
    <p:bg>
      <p:bgPr>
        <a:solidFill>
          <a:schemeClr val="accent1"/>
        </a:solidFill>
      </p:bgPr>
    </p:bg>
    <p:spTree>
      <p:nvGrpSpPr>
        <p:cNvPr id="200" name="Shape 200"/>
        <p:cNvGrpSpPr/>
        <p:nvPr/>
      </p:nvGrpSpPr>
      <p:grpSpPr>
        <a:xfrm>
          <a:off x="0" y="0"/>
          <a:ext cx="0" cy="0"/>
          <a:chOff x="0" y="0"/>
          <a:chExt cx="0" cy="0"/>
        </a:xfrm>
      </p:grpSpPr>
      <p:sp>
        <p:nvSpPr>
          <p:cNvPr id="201" name="Google Shape;201;p18"/>
          <p:cNvSpPr txBox="1"/>
          <p:nvPr>
            <p:ph type="title"/>
          </p:nvPr>
        </p:nvSpPr>
        <p:spPr>
          <a:xfrm>
            <a:off x="4187077" y="1869675"/>
            <a:ext cx="4491300" cy="994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500"/>
              <a:buNone/>
              <a:defRPr sz="6500">
                <a:solidFill>
                  <a:schemeClr val="lt1"/>
                </a:solidFill>
                <a:latin typeface="Oswald"/>
                <a:ea typeface="Oswald"/>
                <a:cs typeface="Oswald"/>
                <a:sym typeface="Oswald"/>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202" name="Google Shape;202;p18"/>
          <p:cNvSpPr txBox="1"/>
          <p:nvPr>
            <p:ph idx="12" type="sldNum"/>
          </p:nvPr>
        </p:nvSpPr>
        <p:spPr>
          <a:xfrm>
            <a:off x="8556806" y="4894959"/>
            <a:ext cx="423600" cy="15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1pPr>
            <a:lvl2pPr indent="0" lvl="1"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2pPr>
            <a:lvl3pPr indent="0" lvl="2"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3pPr>
            <a:lvl4pPr indent="0" lvl="3"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4pPr>
            <a:lvl5pPr indent="0" lvl="4"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5pPr>
            <a:lvl6pPr indent="0" lvl="5"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6pPr>
            <a:lvl7pPr indent="0" lvl="6"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7pPr>
            <a:lvl8pPr indent="0" lvl="7"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8pPr>
            <a:lvl9pPr indent="0" lvl="8"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18"/>
          <p:cNvSpPr/>
          <p:nvPr>
            <p:ph idx="2" type="pic"/>
          </p:nvPr>
        </p:nvSpPr>
        <p:spPr>
          <a:xfrm>
            <a:off x="139975" y="195150"/>
            <a:ext cx="4090800" cy="46737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5">
    <p:bg>
      <p:bgPr>
        <a:solidFill>
          <a:srgbClr val="FFFFFF"/>
        </a:solidFill>
      </p:bgPr>
    </p:bg>
    <p:spTree>
      <p:nvGrpSpPr>
        <p:cNvPr id="204" name="Shape 204"/>
        <p:cNvGrpSpPr/>
        <p:nvPr/>
      </p:nvGrpSpPr>
      <p:grpSpPr>
        <a:xfrm>
          <a:off x="0" y="0"/>
          <a:ext cx="0" cy="0"/>
          <a:chOff x="0" y="0"/>
          <a:chExt cx="0" cy="0"/>
        </a:xfrm>
      </p:grpSpPr>
      <p:pic>
        <p:nvPicPr>
          <p:cNvPr id="205" name="Google Shape;205;p19"/>
          <p:cNvPicPr preferRelativeResize="0"/>
          <p:nvPr/>
        </p:nvPicPr>
        <p:blipFill rotWithShape="1">
          <a:blip r:embed="rId2">
            <a:alphaModFix/>
          </a:blip>
          <a:srcRect b="0" l="217" r="219" t="0"/>
          <a:stretch/>
        </p:blipFill>
        <p:spPr>
          <a:xfrm>
            <a:off x="2795887" y="795637"/>
            <a:ext cx="3857025" cy="3857027"/>
          </a:xfrm>
          <a:prstGeom prst="rect">
            <a:avLst/>
          </a:prstGeom>
          <a:noFill/>
          <a:ln>
            <a:noFill/>
          </a:ln>
        </p:spPr>
      </p:pic>
      <p:sp>
        <p:nvSpPr>
          <p:cNvPr id="206" name="Google Shape;206;p19"/>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07" name="Google Shape;207;p19"/>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08" name="Google Shape;208;p19"/>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09" name="Google Shape;209;p19"/>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0" name="Google Shape;210;p19"/>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1" name="Google Shape;211;p19"/>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a:t>
            </a:r>
            <a:r>
              <a:rPr lang="en" sz="1000">
                <a:solidFill>
                  <a:schemeClr val="lt1"/>
                </a:solidFill>
                <a:latin typeface="Oswald SemiBold"/>
                <a:ea typeface="Oswald SemiBold"/>
                <a:cs typeface="Oswald SemiBold"/>
                <a:sym typeface="Oswald SemiBold"/>
              </a:rPr>
              <a:t xml:space="preserve"> </a:t>
            </a:r>
            <a:r>
              <a:rPr b="0" i="0" lang="en" sz="1000" u="none" cap="none" strike="noStrike">
                <a:solidFill>
                  <a:schemeClr val="lt1"/>
                </a:solidFill>
                <a:latin typeface="Oswald SemiBold"/>
                <a:ea typeface="Oswald SemiBold"/>
                <a:cs typeface="Oswald SemiBold"/>
                <a:sym typeface="Oswald SemiBold"/>
              </a:rPr>
              <a:t>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212" name="Google Shape;212;p19"/>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3" name="Google Shape;213;p19"/>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19"/>
          <p:cNvSpPr txBox="1"/>
          <p:nvPr>
            <p:ph type="title"/>
          </p:nvPr>
        </p:nvSpPr>
        <p:spPr>
          <a:xfrm>
            <a:off x="685982" y="1894350"/>
            <a:ext cx="6083100" cy="13548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
    <p:spTree>
      <p:nvGrpSpPr>
        <p:cNvPr id="215" name="Shape 215"/>
        <p:cNvGrpSpPr/>
        <p:nvPr/>
      </p:nvGrpSpPr>
      <p:grpSpPr>
        <a:xfrm>
          <a:off x="0" y="0"/>
          <a:ext cx="0" cy="0"/>
          <a:chOff x="0" y="0"/>
          <a:chExt cx="0" cy="0"/>
        </a:xfrm>
      </p:grpSpPr>
      <p:sp>
        <p:nvSpPr>
          <p:cNvPr id="216" name="Google Shape;216;p20"/>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7" name="Google Shape;217;p20"/>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8" name="Google Shape;218;p20"/>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9" name="Google Shape;219;p20"/>
          <p:cNvSpPr/>
          <p:nvPr/>
        </p:nvSpPr>
        <p:spPr>
          <a:xfrm>
            <a:off x="2181844"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0" name="Google Shape;220;p20"/>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1" name="Google Shape;221;p20"/>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2" name="Google Shape;222;p20"/>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20"/>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pic>
        <p:nvPicPr>
          <p:cNvPr id="224" name="Google Shape;224;p20"/>
          <p:cNvPicPr preferRelativeResize="0"/>
          <p:nvPr/>
        </p:nvPicPr>
        <p:blipFill rotWithShape="1">
          <a:blip r:embed="rId2">
            <a:alphaModFix/>
          </a:blip>
          <a:srcRect b="0" l="219" r="219" t="0"/>
          <a:stretch/>
        </p:blipFill>
        <p:spPr>
          <a:xfrm>
            <a:off x="2688037" y="649937"/>
            <a:ext cx="3857025" cy="385702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9">
    <p:bg>
      <p:bgPr>
        <a:solidFill>
          <a:srgbClr val="FFFFFF"/>
        </a:solidFill>
      </p:bgPr>
    </p:bg>
    <p:spTree>
      <p:nvGrpSpPr>
        <p:cNvPr id="225" name="Shape 225"/>
        <p:cNvGrpSpPr/>
        <p:nvPr/>
      </p:nvGrpSpPr>
      <p:grpSpPr>
        <a:xfrm>
          <a:off x="0" y="0"/>
          <a:ext cx="0" cy="0"/>
          <a:chOff x="0" y="0"/>
          <a:chExt cx="0" cy="0"/>
        </a:xfrm>
      </p:grpSpPr>
      <p:pic>
        <p:nvPicPr>
          <p:cNvPr id="226" name="Google Shape;226;p21"/>
          <p:cNvPicPr preferRelativeResize="0"/>
          <p:nvPr/>
        </p:nvPicPr>
        <p:blipFill rotWithShape="1">
          <a:blip r:embed="rId2">
            <a:alphaModFix/>
          </a:blip>
          <a:srcRect b="0" l="219" r="219" t="0"/>
          <a:stretch/>
        </p:blipFill>
        <p:spPr>
          <a:xfrm>
            <a:off x="2795887" y="795637"/>
            <a:ext cx="3857025" cy="3857027"/>
          </a:xfrm>
          <a:prstGeom prst="rect">
            <a:avLst/>
          </a:prstGeom>
          <a:noFill/>
          <a:ln>
            <a:noFill/>
          </a:ln>
        </p:spPr>
      </p:pic>
      <p:sp>
        <p:nvSpPr>
          <p:cNvPr id="227" name="Google Shape;227;p21"/>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8" name="Google Shape;228;p21"/>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9" name="Google Shape;229;p21"/>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0" name="Google Shape;230;p21"/>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1" name="Google Shape;231;p21"/>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2" name="Google Shape;232;p21"/>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233" name="Google Shape;233;p21"/>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4" name="Google Shape;234;p21"/>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21"/>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34509" y="231706"/>
            <a:ext cx="6859800" cy="5145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chemeClr val="accent1"/>
              </a:buClr>
              <a:buSzPts val="3000"/>
              <a:buFont typeface="Oswald"/>
              <a:buNone/>
              <a:defRPr b="1" i="0" sz="3000" u="none" cap="none" strike="noStrike">
                <a:solidFill>
                  <a:schemeClr val="accent1"/>
                </a:solidFill>
                <a:latin typeface="Oswald"/>
                <a:ea typeface="Oswald"/>
                <a:cs typeface="Oswald"/>
                <a:sym typeface="Oswald"/>
              </a:defRPr>
            </a:lvl1pPr>
            <a:lvl2pPr lvl="1"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2pPr>
            <a:lvl3pPr lvl="2"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3pPr>
            <a:lvl4pPr lvl="3"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4pPr>
            <a:lvl5pPr lvl="4"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5pPr>
            <a:lvl6pPr lvl="5"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6pPr>
            <a:lvl7pPr lvl="6"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7pPr>
            <a:lvl8pPr lvl="7"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8pPr>
            <a:lvl9pPr lvl="8"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9pPr>
          </a:lstStyle>
          <a:p/>
        </p:txBody>
      </p:sp>
      <p:sp>
        <p:nvSpPr>
          <p:cNvPr id="7" name="Google Shape;7;p1"/>
          <p:cNvSpPr txBox="1"/>
          <p:nvPr>
            <p:ph idx="1" type="body"/>
          </p:nvPr>
        </p:nvSpPr>
        <p:spPr>
          <a:xfrm>
            <a:off x="685975" y="945351"/>
            <a:ext cx="7545600" cy="3663900"/>
          </a:xfrm>
          <a:prstGeom prst="rect">
            <a:avLst/>
          </a:prstGeom>
          <a:noFill/>
          <a:ln>
            <a:noFill/>
          </a:ln>
        </p:spPr>
        <p:txBody>
          <a:bodyPr anchorCtr="0" anchor="t" bIns="68575" lIns="68575" spcFirstLastPara="1" rIns="68575" wrap="square" tIns="68575">
            <a:noAutofit/>
          </a:bodyPr>
          <a:lstStyle>
            <a:lvl1pPr indent="-304800" lvl="0" marL="4572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1pPr>
            <a:lvl2pPr indent="-304800" lvl="1" marL="9144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2pPr>
            <a:lvl3pPr indent="-304800" lvl="2" marL="13716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3pPr>
            <a:lvl4pPr indent="-304800" lvl="3" marL="18288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4pPr>
            <a:lvl5pPr indent="-304800" lvl="4" marL="22860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5pPr>
            <a:lvl6pPr indent="-304800" lvl="5" marL="27432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6pPr>
            <a:lvl7pPr indent="-304800" lvl="6" marL="32004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7pPr>
            <a:lvl8pPr indent="-304800" lvl="7" marL="36576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8pPr>
            <a:lvl9pPr indent="-304800" lvl="8" marL="41148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9pPr>
          </a:lstStyle>
          <a:p/>
        </p:txBody>
      </p:sp>
      <p:sp>
        <p:nvSpPr>
          <p:cNvPr id="8" name="Google Shape;8;p1"/>
          <p:cNvSpPr txBox="1"/>
          <p:nvPr>
            <p:ph idx="12" type="sldNum"/>
          </p:nvPr>
        </p:nvSpPr>
        <p:spPr>
          <a:xfrm>
            <a:off x="8556806" y="4894959"/>
            <a:ext cx="423600" cy="154500"/>
          </a:xfrm>
          <a:prstGeom prst="rect">
            <a:avLst/>
          </a:prstGeom>
          <a:noFill/>
          <a:ln>
            <a:noFill/>
          </a:ln>
        </p:spPr>
        <p:txBody>
          <a:bodyPr anchorCtr="0" anchor="ctr" bIns="68575" lIns="68575" spcFirstLastPara="1" rIns="68575" wrap="square" tIns="68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Oswald SemiBold"/>
                <a:ea typeface="Oswald SemiBold"/>
                <a:cs typeface="Oswald SemiBold"/>
                <a:sym typeface="Oswald SemiBold"/>
              </a:rPr>
              <a:t>© Institute of Product Leadership</a:t>
            </a:r>
            <a:endParaRPr b="0" i="0" sz="1000" u="none" cap="none" strike="noStrike">
              <a:solidFill>
                <a:schemeClr val="dk2"/>
              </a:solidFill>
              <a:latin typeface="Oswald SemiBold"/>
              <a:ea typeface="Oswald SemiBold"/>
              <a:cs typeface="Oswald SemiBold"/>
              <a:sym typeface="Oswald SemiBo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08">
          <p15:clr>
            <a:srgbClr val="E46962"/>
          </p15:clr>
        </p15:guide>
        <p15:guide id="2" orient="horz" pos="486">
          <p15:clr>
            <a:srgbClr val="E46962"/>
          </p15:clr>
        </p15:guide>
        <p15:guide id="3" orient="horz" pos="3197">
          <p15:clr>
            <a:srgbClr val="980000"/>
          </p15:clr>
        </p15:guide>
        <p15:guide id="4" orient="horz" pos="3067">
          <p15:clr>
            <a:srgbClr val="E46962"/>
          </p15:clr>
        </p15:guide>
        <p15:guide id="5" orient="horz" pos="3024">
          <p15:clr>
            <a:srgbClr val="E46962"/>
          </p15:clr>
        </p15:guide>
        <p15:guide id="6" pos="432">
          <p15:clr>
            <a:schemeClr val="accent6"/>
          </p15:clr>
        </p15:guide>
        <p15:guide id="7" pos="5185">
          <p15:clr>
            <a:schemeClr val="accent6"/>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813025" y="1295750"/>
            <a:ext cx="4008900" cy="1814700"/>
          </a:xfrm>
          <a:prstGeom prst="rect">
            <a:avLst/>
          </a:prstGeom>
        </p:spPr>
        <p:txBody>
          <a:bodyPr anchorCtr="0" anchor="b" bIns="68575" lIns="68575" spcFirstLastPara="1" rIns="68575" wrap="square" tIns="68575">
            <a:noAutofit/>
          </a:bodyPr>
          <a:lstStyle/>
          <a:p>
            <a:pPr indent="0" lvl="0" marL="0" rtl="0" algn="l">
              <a:spcBef>
                <a:spcPts val="0"/>
              </a:spcBef>
              <a:spcAft>
                <a:spcPts val="0"/>
              </a:spcAft>
              <a:buNone/>
            </a:pPr>
            <a:r>
              <a:t>DealFlow Approval Agents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r>
            <a:endParaRPr/>
          </a:p>
        </p:txBody>
      </p:sp>
      <p:sp>
        <p:nvSpPr>
          <p:cNvPr id="241" name="Google Shape;241;p22"/>
          <p:cNvSpPr txBox="1"/>
          <p:nvPr>
            <p:ph idx="1" type="subTitle"/>
          </p:nvPr>
        </p:nvSpPr>
        <p:spPr>
          <a:xfrm>
            <a:off x="813023" y="3172875"/>
            <a:ext cx="4046400" cy="681900"/>
          </a:xfrm>
          <a:prstGeom prst="rect">
            <a:avLst/>
          </a:prstGeom>
        </p:spPr>
        <p:txBody>
          <a:bodyPr anchorCtr="0" anchor="t" bIns="68575" lIns="68575" spcFirstLastPara="1" rIns="68575" wrap="square" tIns="68575">
            <a:normAutofit/>
          </a:bodyPr>
          <a:lstStyle/>
          <a:p>
            <a:pPr indent="0" lvl="0" marL="0" rtl="0" algn="l">
              <a:spcBef>
                <a:spcPts val="0"/>
              </a:spcBef>
              <a:spcAft>
                <a:spcPts val="0"/>
              </a:spcAft>
              <a:buNone/>
            </a:pPr>
            <a:r>
              <a:rPr b="0" lang="en">
                <a:latin typeface="Poppins"/>
                <a:ea typeface="Poppins"/>
                <a:cs typeface="Poppins"/>
                <a:sym typeface="Poppins"/>
              </a:rPr>
              <a:t>AIPM403F Capstone  ·  Shashank Jasra</a:t>
            </a:r>
            <a:endParaRPr b="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idx="1" type="subTitle"/>
          </p:nvPr>
        </p:nvSpPr>
        <p:spPr>
          <a:xfrm>
            <a:off x="594453" y="771525"/>
            <a:ext cx="8292300" cy="3759300"/>
          </a:xfrm>
          <a:prstGeom prst="rect">
            <a:avLst/>
          </a:prstGeom>
        </p:spPr>
        <p:txBody>
          <a:bodyPr anchorCtr="0" anchor="t" bIns="68575" lIns="68575" spcFirstLastPara="1" rIns="68575" wrap="square" tIns="68575">
            <a:normAutofit/>
          </a:bodyPr>
          <a:lstStyle/>
          <a:p>
            <a:pPr indent="-311150" lvl="0" marL="457200" rtl="0" algn="l">
              <a:spcBef>
                <a:spcPts val="0"/>
              </a:spcBef>
              <a:spcAft>
                <a:spcPts val="0"/>
              </a:spcAft>
              <a:buSzPts val="1300"/>
              <a:buAutoNum type="arabicPeriod"/>
            </a:pPr>
            <a:r>
              <a:rPr lang="en" sz="1300"/>
              <a:t>Title Slide</a:t>
            </a:r>
            <a:endParaRPr sz="1300"/>
          </a:p>
          <a:p>
            <a:pPr indent="-311150" lvl="0" marL="457200" rtl="0" algn="l">
              <a:spcBef>
                <a:spcPts val="0"/>
              </a:spcBef>
              <a:spcAft>
                <a:spcPts val="0"/>
              </a:spcAft>
              <a:buSzPts val="1300"/>
              <a:buAutoNum type="arabicPeriod"/>
            </a:pPr>
            <a:r>
              <a:rPr lang="en" sz="1300"/>
              <a:t>Instructions</a:t>
            </a:r>
            <a:endParaRPr sz="1300"/>
          </a:p>
          <a:p>
            <a:pPr indent="-311150" lvl="0" marL="457200" rtl="0" algn="l">
              <a:spcBef>
                <a:spcPts val="0"/>
              </a:spcBef>
              <a:spcAft>
                <a:spcPts val="0"/>
              </a:spcAft>
              <a:buSzPts val="1300"/>
              <a:buAutoNum type="arabicPeriod"/>
            </a:pPr>
            <a:r>
              <a:rPr lang="en" sz="1300"/>
              <a:t>Product Idea: The Agentic Opportunity</a:t>
            </a:r>
            <a:endParaRPr sz="1300"/>
          </a:p>
          <a:p>
            <a:pPr indent="-311150" lvl="0" marL="457200" rtl="0" algn="l">
              <a:spcBef>
                <a:spcPts val="0"/>
              </a:spcBef>
              <a:spcAft>
                <a:spcPts val="0"/>
              </a:spcAft>
              <a:buSzPts val="1300"/>
              <a:buAutoNum type="arabicPeriod"/>
            </a:pPr>
            <a:r>
              <a:rPr lang="en" sz="1300"/>
              <a:t>Target Persona</a:t>
            </a:r>
            <a:endParaRPr sz="1300"/>
          </a:p>
          <a:p>
            <a:pPr indent="-311150" lvl="0" marL="457200" rtl="0" algn="l">
              <a:spcBef>
                <a:spcPts val="0"/>
              </a:spcBef>
              <a:spcAft>
                <a:spcPts val="0"/>
              </a:spcAft>
              <a:buSzPts val="1300"/>
              <a:buAutoNum type="arabicPeriod"/>
            </a:pPr>
            <a:r>
              <a:rPr lang="en" sz="1300"/>
              <a:t>Unmet Needs Analysis</a:t>
            </a:r>
            <a:endParaRPr sz="1300"/>
          </a:p>
          <a:p>
            <a:pPr indent="-311150" lvl="0" marL="457200" rtl="0" algn="l">
              <a:spcBef>
                <a:spcPts val="0"/>
              </a:spcBef>
              <a:spcAft>
                <a:spcPts val="0"/>
              </a:spcAft>
              <a:buSzPts val="1300"/>
              <a:buAutoNum type="arabicPeriod"/>
            </a:pPr>
            <a:r>
              <a:rPr lang="en" sz="1300"/>
              <a:t>Value Proposition</a:t>
            </a:r>
            <a:endParaRPr sz="1300"/>
          </a:p>
          <a:p>
            <a:pPr indent="-311150" lvl="0" marL="457200" rtl="0" algn="l">
              <a:spcBef>
                <a:spcPts val="0"/>
              </a:spcBef>
              <a:spcAft>
                <a:spcPts val="0"/>
              </a:spcAft>
              <a:buSzPts val="1300"/>
              <a:buAutoNum type="arabicPeriod"/>
            </a:pPr>
            <a:r>
              <a:rPr lang="en" sz="1300"/>
              <a:t>Business Strategy Alignment</a:t>
            </a:r>
            <a:endParaRPr sz="1300"/>
          </a:p>
          <a:p>
            <a:pPr indent="-311150" lvl="0" marL="457200" rtl="0" algn="l">
              <a:spcBef>
                <a:spcPts val="0"/>
              </a:spcBef>
              <a:spcAft>
                <a:spcPts val="0"/>
              </a:spcAft>
              <a:buSzPts val="1300"/>
              <a:buAutoNum type="arabicPeriod"/>
            </a:pPr>
            <a:r>
              <a:rPr lang="en" sz="1300"/>
              <a:t>Agentic AI Design &amp; Workflow</a:t>
            </a:r>
            <a:endParaRPr sz="1300"/>
          </a:p>
          <a:p>
            <a:pPr indent="-311150" lvl="0" marL="457200" rtl="0" algn="l">
              <a:spcBef>
                <a:spcPts val="0"/>
              </a:spcBef>
              <a:spcAft>
                <a:spcPts val="0"/>
              </a:spcAft>
              <a:buSzPts val="1300"/>
              <a:buAutoNum type="arabicPeriod"/>
            </a:pPr>
            <a:r>
              <a:rPr lang="en" sz="1300"/>
              <a:t>Agent Workflow &amp; Collaboration</a:t>
            </a:r>
            <a:endParaRPr sz="1300"/>
          </a:p>
          <a:p>
            <a:pPr indent="-311150" lvl="0" marL="457200" rtl="0" algn="l">
              <a:spcBef>
                <a:spcPts val="0"/>
              </a:spcBef>
              <a:spcAft>
                <a:spcPts val="0"/>
              </a:spcAft>
              <a:buSzPts val="1300"/>
              <a:buAutoNum type="arabicPeriod"/>
            </a:pPr>
            <a:r>
              <a:rPr lang="en" sz="1300"/>
              <a:t>Agent Workflow Simulation &amp; Validation</a:t>
            </a:r>
            <a:endParaRPr sz="1300"/>
          </a:p>
          <a:p>
            <a:pPr indent="-311150" lvl="0" marL="457200" rtl="0" algn="l">
              <a:spcBef>
                <a:spcPts val="0"/>
              </a:spcBef>
              <a:spcAft>
                <a:spcPts val="0"/>
              </a:spcAft>
              <a:buSzPts val="1300"/>
              <a:buAutoNum type="arabicPeriod"/>
            </a:pPr>
            <a:r>
              <a:rPr lang="en" sz="1300"/>
              <a:t>Deployment, Governance &amp; Scaling</a:t>
            </a:r>
            <a:endParaRPr sz="1300"/>
          </a:p>
          <a:p>
            <a:pPr indent="-311150" lvl="0" marL="457200" rtl="0" algn="l">
              <a:spcBef>
                <a:spcPts val="0"/>
              </a:spcBef>
              <a:spcAft>
                <a:spcPts val="0"/>
              </a:spcAft>
              <a:buSzPts val="1300"/>
              <a:buAutoNum type="arabicPeriod"/>
            </a:pPr>
            <a:r>
              <a:rPr lang="en" sz="1300"/>
              <a:t>Deployment Considerations</a:t>
            </a:r>
            <a:endParaRPr sz="1300"/>
          </a:p>
          <a:p>
            <a:pPr indent="-311150" lvl="0" marL="457200" rtl="0" algn="l">
              <a:spcBef>
                <a:spcPts val="0"/>
              </a:spcBef>
              <a:spcAft>
                <a:spcPts val="0"/>
              </a:spcAft>
              <a:buSzPts val="1300"/>
              <a:buAutoNum type="arabicPeriod"/>
            </a:pPr>
            <a:r>
              <a:rPr lang="en" sz="1300"/>
              <a:t>Agent Governance &amp; Monitoring Strategy</a:t>
            </a:r>
            <a:endParaRPr sz="1300"/>
          </a:p>
          <a:p>
            <a:pPr indent="-311150" lvl="0" marL="457200" rtl="0" algn="l">
              <a:spcBef>
                <a:spcPts val="0"/>
              </a:spcBef>
              <a:spcAft>
                <a:spcPts val="0"/>
              </a:spcAft>
              <a:buSzPts val="1300"/>
              <a:buAutoNum type="arabicPeriod"/>
            </a:pPr>
            <a:r>
              <a:rPr lang="en" sz="1300"/>
              <a:t>Scaling &amp; Continuous Improvement</a:t>
            </a:r>
            <a:endParaRPr sz="1300"/>
          </a:p>
          <a:p>
            <a:pPr indent="-311150" lvl="0" marL="457200" rtl="0" algn="l">
              <a:spcBef>
                <a:spcPts val="0"/>
              </a:spcBef>
              <a:spcAft>
                <a:spcPts val="0"/>
              </a:spcAft>
              <a:buSzPts val="1300"/>
              <a:buAutoNum type="arabicPeriod"/>
            </a:pPr>
            <a:r>
              <a:rPr lang="en" sz="1300"/>
              <a:t>Roadmap &amp; Ethical Considerations</a:t>
            </a:r>
            <a:endParaRPr sz="1300"/>
          </a:p>
          <a:p>
            <a:pPr indent="-311150" lvl="0" marL="457200" rtl="0" algn="l">
              <a:spcBef>
                <a:spcPts val="0"/>
              </a:spcBef>
              <a:spcAft>
                <a:spcPts val="0"/>
              </a:spcAft>
              <a:buSzPts val="1300"/>
              <a:buAutoNum type="arabicPeriod"/>
            </a:pPr>
            <a:r>
              <a:rPr lang="en" sz="1300"/>
              <a:t>Ethical Oversight Plan</a:t>
            </a:r>
            <a:endParaRPr sz="1300"/>
          </a:p>
          <a:p>
            <a:pPr indent="-311150" lvl="0" marL="457200" rtl="0" algn="l">
              <a:spcBef>
                <a:spcPts val="0"/>
              </a:spcBef>
              <a:spcAft>
                <a:spcPts val="0"/>
              </a:spcAft>
              <a:buSzPts val="1300"/>
              <a:buAutoNum type="arabicPeriod"/>
            </a:pPr>
            <a:r>
              <a:rPr lang="en" sz="1300"/>
              <a:t>Conclusion &amp; Business Implications</a:t>
            </a:r>
            <a:endParaRPr sz="1300"/>
          </a:p>
        </p:txBody>
      </p:sp>
      <p:sp>
        <p:nvSpPr>
          <p:cNvPr id="247" name="Google Shape;247;p23"/>
          <p:cNvSpPr txBox="1"/>
          <p:nvPr>
            <p:ph type="title"/>
          </p:nvPr>
        </p:nvSpPr>
        <p:spPr>
          <a:xfrm>
            <a:off x="481509" y="231706"/>
            <a:ext cx="6871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rPr lang="en"/>
              <a:t>DealFlow ·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450869" y="2306231"/>
            <a:ext cx="7931700" cy="785100"/>
          </a:xfrm>
          <a:prstGeom prst="rect">
            <a:avLst/>
          </a:prstGeom>
        </p:spPr>
        <p:txBody>
          <a:bodyPr anchorCtr="0" anchor="b" bIns="68575" lIns="68575" spcFirstLastPara="1" rIns="68575" wrap="square" tIns="68575">
            <a:noAutofit/>
          </a:bodyPr>
          <a:lstStyle/>
          <a:p>
            <a:pPr indent="0" lvl="0" marL="0" rtl="0" algn="ctr">
              <a:spcBef>
                <a:spcPts val="0"/>
              </a:spcBef>
              <a:spcAft>
                <a:spcPts val="0"/>
              </a:spcAft>
              <a:buNone/>
            </a:pPr>
            <a:r>
              <a:rPr lang="en"/>
              <a:t>DealFlow Approval Agents</a:t>
            </a:r>
            <a:r>
              <a:rPr lang="en"/>
              <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5"/>
          <p:cNvSpPr txBox="1"/>
          <p:nvPr>
            <p:ph type="title"/>
          </p:nvPr>
        </p:nvSpPr>
        <p:spPr>
          <a:xfrm>
            <a:off x="450869" y="2306231"/>
            <a:ext cx="7931700" cy="785100"/>
          </a:xfrm>
          <a:prstGeom prst="rect">
            <a:avLst/>
          </a:prstGeom>
        </p:spPr>
        <p:txBody>
          <a:bodyPr anchorCtr="0" anchor="b" bIns="68575" lIns="68575" spcFirstLastPara="1" rIns="68575" wrap="square" tIns="68575">
            <a:noAutofit/>
          </a:bodyPr>
          <a:lstStyle/>
          <a:p>
            <a:pPr indent="0" lvl="0" marL="0" rtl="0" algn="l">
              <a:spcBef>
                <a:spcPts val="0"/>
              </a:spcBef>
              <a:spcAft>
                <a:spcPts val="0"/>
              </a:spcAft>
              <a:buNone/>
            </a:pPr>
            <a:r>
              <a:rPr lang="en"/>
              <a:t>DealFlow Approval Agents</a:t>
            </a:r>
            <a:endParaRPr/>
          </a:p>
        </p:txBody>
      </p:sp>
      <p:sp>
        <p:nvSpPr>
          <p:cNvPr id="258" name="Google Shape;258;p25"/>
          <p:cNvSpPr txBox="1"/>
          <p:nvPr>
            <p:ph idx="2" type="title"/>
          </p:nvPr>
        </p:nvSpPr>
        <p:spPr>
          <a:xfrm>
            <a:off x="450869" y="3179344"/>
            <a:ext cx="7239000" cy="438900"/>
          </a:xfrm>
          <a:prstGeom prst="rect">
            <a:avLst/>
          </a:prstGeom>
        </p:spPr>
        <p:txBody>
          <a:bodyPr anchorCtr="0" anchor="t" bIns="68575" lIns="68575" spcFirstLastPara="1" rIns="68575" wrap="square" tIns="68575">
            <a:noAutofit/>
          </a:bodyPr>
          <a:lstStyle/>
          <a:p>
            <a:pPr indent="0" lvl="0" marL="0" rtl="0" algn="l">
              <a:spcBef>
                <a:spcPts val="0"/>
              </a:spcBef>
              <a:spcAft>
                <a:spcPts val="0"/>
              </a:spcAft>
              <a:buNone/>
            </a:pPr>
            <a:r>
              <a:rPr lang="en"/>
              <a:t>DealFlow Approval Agents</a:t>
            </a:r>
            <a:endParaRPr/>
          </a:p>
          <a:p>
            <a:pPr indent="0" lvl="0" marL="0" rtl="0" algn="l">
              <a:spcBef>
                <a:spcPts val="0"/>
              </a:spcBef>
              <a:spcAft>
                <a:spcPts val="0"/>
              </a:spcAft>
              <a:buNone/>
            </a:pPr>
            <a:r>
              <a:rPr lang="en"/>
              <a:t>Team: Shashank Jasra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6"/>
          <p:cNvSpPr txBox="1"/>
          <p:nvPr>
            <p:ph type="title"/>
          </p:nvPr>
        </p:nvSpPr>
        <p:spPr>
          <a:xfrm>
            <a:off x="685982" y="1894350"/>
            <a:ext cx="6083100" cy="13548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rPr lang="en"/>
              <a:t>DealFlow Approval Agents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7"/>
          <p:cNvSpPr txBox="1"/>
          <p:nvPr>
            <p:ph type="title"/>
          </p:nvPr>
        </p:nvSpPr>
        <p:spPr>
          <a:xfrm>
            <a:off x="497534" y="391931"/>
            <a:ext cx="6871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How to read this deck</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69" name="Google Shape;269;p27"/>
          <p:cNvSpPr txBox="1"/>
          <p:nvPr>
            <p:ph idx="1" type="subTitle"/>
          </p:nvPr>
        </p:nvSpPr>
        <p:spPr>
          <a:xfrm>
            <a:off x="597424" y="861300"/>
            <a:ext cx="79680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What this is</a:t>
            </a:r>
            <a:br>
              <a:rPr lang="en-US" sz="1200" b="0" dirty="0">
                <a:solidFill>
                  <a:srgbClr val="222222"/>
                </a:solidFill>
                <a:latin typeface="Arial"/>
              </a:rPr>
            </a:br>
            <a:r>
              <a:rPr lang="en-US" sz="1200" b="0" dirty="0">
                <a:solidFill>
                  <a:srgbClr val="222222"/>
                </a:solidFill>
                <a:latin typeface="Arial"/>
              </a:rPr>
              <a:t>A walk through DealFlow, an AI approval crew for B2B quote-to-cash. It is not a CPQ. It owns one hop.</a:t>
            </a:r>
            <a:endParaRPr lang="en-US"/>
          </a:p>
          <a:p>
            <a:pPr>
              <a:spcBef>
                <a:spcPts val="800"/>
              </a:spcBef>
            </a:pPr>
            <a:r>
              <a:rPr lang="en-US" sz="1400" b="1" dirty="0">
                <a:solidFill>
                  <a:srgbClr val="158158"/>
                </a:solidFill>
                <a:latin typeface="Arial"/>
              </a:rPr>
              <a:t>The hop</a:t>
            </a:r>
            <a:br>
              <a:rPr lang="en-US" sz="1200" b="0" dirty="0">
                <a:solidFill>
                  <a:srgbClr val="222222"/>
                </a:solidFill>
                <a:latin typeface="Arial"/>
              </a:rPr>
            </a:br>
            <a:r>
              <a:rPr lang="en-US" sz="1200" b="0" dirty="0">
                <a:solidFill>
                  <a:srgbClr val="222222"/>
                </a:solidFill>
                <a:latin typeface="Arial"/>
              </a:rPr>
              <a:t>The seller submits. Three agents read the live books and the account file. They write Approved, Escalated, or Rejected. Sent, signed, and converted stay with the seller.</a:t>
            </a:r>
            <a:endParaRPr lang="en-US"/>
          </a:p>
          <a:p>
            <a:pPr>
              <a:spcBef>
                <a:spcPts val="800"/>
              </a:spcBef>
            </a:pPr>
            <a:r>
              <a:rPr lang="en-US" sz="1400" b="1" dirty="0">
                <a:solidFill>
                  <a:srgbClr val="158158"/>
                </a:solidFill>
                <a:latin typeface="Arial"/>
              </a:rPr>
              <a:t>What you will see</a:t>
            </a:r>
            <a:br>
              <a:rPr lang="en-US" sz="1200" b="0" dirty="0">
                <a:solidFill>
                  <a:srgbClr val="222222"/>
                </a:solidFill>
                <a:latin typeface="Arial"/>
              </a:rPr>
            </a:br>
            <a:r>
              <a:rPr lang="en-US" sz="1200" b="0" dirty="0">
                <a:solidFill>
                  <a:srgbClr val="222222"/>
                </a:solidFill>
                <a:latin typeface="Arial"/>
              </a:rPr>
              <a:t>The problem, the people, the three agents, a real golden-set simulation, and how the crew is governed, traced, and scaled.</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8"/>
          <p:cNvSpPr txBox="1"/>
          <p:nvPr>
            <p:ph type="title"/>
          </p:nvPr>
        </p:nvSpPr>
        <p:spPr>
          <a:xfrm>
            <a:off x="497534" y="391931"/>
            <a:ext cx="6871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Agentic AI Product Idea</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75" name="Google Shape;275;p28"/>
          <p:cNvSpPr txBox="1"/>
          <p:nvPr>
            <p:ph idx="1" type="subTitle"/>
          </p:nvPr>
        </p:nvSpPr>
        <p:spPr>
          <a:xfrm>
            <a:off x="597424" y="861300"/>
            <a:ext cx="7968000" cy="3759300"/>
          </a:xfrm>
          <a:prstGeom prst="rect">
            <a:avLst/>
          </a:prstGeom>
        </p:spPr>
        <p:txBody>
          <a:bodyPr anchorCtr="0" anchor="t" bIns="68575" lIns="68575" spcFirstLastPara="1" rIns="68575" wrap="square" tIns="68575">
            <a:normAutofit/>
          </a:bodyPr>
          <a:lstStyle/>
          <a:p>
            <a:pPr indent="0" lvl="0" marL="0" rtl="0" algn="l">
              <a:spcBef>
                <a:spcPts val="1200"/>
              </a:spcBef>
              <a:spcAft>
                <a:spcPts val="1200"/>
              </a:spcAft>
              <a:buNone/>
            </a:pPr>
            <a:r>
              <a:t/>
            </a:r>
            <a:endParaRPr b="1" sz="1400">
              <a:solidFill>
                <a:srgbClr val="CCCCC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Product Idea: The Agentic Opportunity</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p>
        </p:txBody>
      </p:sp>
      <p:sp>
        <p:nvSpPr>
          <p:cNvPr id="281" name="Google Shape;281;p29"/>
          <p:cNvSpPr txBox="1"/>
          <p:nvPr>
            <p:ph idx="1" type="subTitle"/>
          </p:nvPr>
        </p:nvSpPr>
        <p:spPr>
          <a:xfrm>
            <a:off x="538200" y="1109575"/>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The problem</a:t>
            </a:r>
            <a:br>
              <a:rPr lang="en-US" sz="1200" b="0" dirty="0">
                <a:solidFill>
                  <a:srgbClr val="222222"/>
                </a:solidFill>
                <a:latin typeface="Arial"/>
              </a:rPr>
            </a:br>
            <a:r>
              <a:rPr lang="en-US" sz="1200" b="0" dirty="0">
                <a:solidFill>
                  <a:srgbClr val="222222"/>
                </a:solidFill>
                <a:latin typeface="Arial"/>
              </a:rPr>
              <a:t>A seller submits a quote. Deal Desk opens the discount book, the cash book, last year's terms, and the open invoices, then writes Approve, Escalate, or Reject. It is slow, uneven at quarter-end, and a note in the quote can try to skip the book.</a:t>
            </a:r>
            <a:endParaRPr lang="en-US"/>
          </a:p>
          <a:p>
            <a:pPr>
              <a:spcBef>
                <a:spcPts val="800"/>
              </a:spcBef>
            </a:pPr>
            <a:r>
              <a:rPr lang="en-US" sz="1400" b="1" dirty="0">
                <a:solidFill>
                  <a:srgbClr val="158158"/>
                </a:solidFill>
                <a:latin typeface="Arial"/>
              </a:rPr>
              <a:t>Why a crew, not a rule table or a chatbot</a:t>
            </a:r>
            <a:br>
              <a:rPr lang="en-US" sz="1200" b="0" dirty="0">
                <a:solidFill>
                  <a:srgbClr val="222222"/>
                </a:solidFill>
                <a:latin typeface="Arial"/>
              </a:rPr>
            </a:br>
            <a:r>
              <a:rPr lang="en-US" sz="1200" b="0" dirty="0">
                <a:solidFill>
                  <a:srgbClr val="222222"/>
                </a:solidFill>
                <a:latin typeface="Arial"/>
              </a:rPr>
              <a:t>A ceiling can say 22% is the line. It cannot open a credit file, compare three closed years, see $18,400 past due, and still refuse a note that says mark this Approved. A model can write a reason. It cannot be trusted to write the stage.</a:t>
            </a:r>
            <a:endParaRPr lang="en-US"/>
          </a:p>
          <a:p>
            <a:pPr>
              <a:spcBef>
                <a:spcPts val="800"/>
              </a:spcBef>
            </a:pPr>
            <a:r>
              <a:rPr lang="en-US" sz="1400" b="1" dirty="0">
                <a:solidFill>
                  <a:srgbClr val="158158"/>
                </a:solidFill>
                <a:latin typeface="Arial"/>
              </a:rPr>
              <a:t>The product</a:t>
            </a:r>
            <a:br>
              <a:rPr lang="en-US" sz="1200" b="0" dirty="0">
                <a:solidFill>
                  <a:srgbClr val="222222"/>
                </a:solidFill>
                <a:latin typeface="Arial"/>
              </a:rPr>
            </a:br>
            <a:r>
              <a:rPr lang="en-US" sz="1200" b="0" dirty="0">
                <a:solidFill>
                  <a:srgbClr val="222222"/>
                </a:solidFill>
                <a:latin typeface="Arial"/>
              </a:rPr>
              <a:t>DealFlow owns Submit for approval to Approved, Escalated, or Rejected. It is for sellers, Deal Desk, and RevOps. Salesforce CPQ, Revenue Cloud, DealHub, Conga, and Zuora stay the system of record.</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0"/>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Target Persona</a:t>
            </a:r>
            <a:endParaRPr>
              <a:solidFill>
                <a:schemeClr val="dk1"/>
              </a:solidFill>
              <a:latin typeface="Oswald"/>
              <a:ea typeface="Oswald"/>
              <a:cs typeface="Oswald"/>
              <a:sym typeface="Oswald"/>
            </a:endParaRPr>
          </a:p>
          <a:p>
            <a:pPr indent="0" lvl="0" marL="0" rtl="0" algn="l">
              <a:spcBef>
                <a:spcPts val="0"/>
              </a:spcBef>
              <a:spcAft>
                <a:spcPts val="0"/>
              </a:spcAft>
              <a:buNone/>
            </a:pPr>
            <a:r>
              <a:rPr lang="en" sz="2600">
                <a:solidFill>
                  <a:schemeClr val="dk1"/>
                </a:solidFill>
                <a:latin typeface="Oswald"/>
                <a:ea typeface="Oswald"/>
                <a:cs typeface="Oswald"/>
                <a:sym typeface="Oswald"/>
              </a:rPr>
              <a:t/>
            </a:r>
            <a:endParaRPr sz="2600">
              <a:solidFill>
                <a:schemeClr val="dk1"/>
              </a:solidFill>
              <a:highlight>
                <a:schemeClr val="accent4"/>
              </a:highlight>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87" name="Google Shape;287;p30"/>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Jordan Lee, Seller</a:t>
            </a:r>
            <a:br>
              <a:rPr lang="en-US" sz="1200" b="0" dirty="0">
                <a:solidFill>
                  <a:srgbClr val="222222"/>
                </a:solidFill>
                <a:latin typeface="Arial"/>
              </a:rPr>
            </a:br>
            <a:r>
              <a:rPr lang="en-US" sz="1200" b="0" dirty="0">
                <a:solidFill>
                  <a:srgbClr val="222222"/>
                </a:solidFill>
                <a:latin typeface="Arial"/>
              </a:rPr>
              <a:t>Builds the quote in the CPQ. Needs a clean deal cleared before the quarter closes. Job: get a fair quote to the customer. Pain: I do not know if this will clear, and I cannot see why.</a:t>
            </a:r>
            <a:endParaRPr lang="en-US"/>
          </a:p>
          <a:p>
            <a:pPr>
              <a:spcBef>
                <a:spcPts val="800"/>
              </a:spcBef>
            </a:pPr>
            <a:r>
              <a:rPr lang="en-US" sz="1400" b="1" dirty="0">
                <a:solidFill>
                  <a:srgbClr val="158158"/>
                </a:solidFill>
                <a:latin typeface="Arial"/>
              </a:rPr>
              <a:t>Alex Okonkwo, Deal Desk</a:t>
            </a:r>
            <a:br>
              <a:rPr lang="en-US" sz="1200" b="0" dirty="0">
                <a:solidFill>
                  <a:srgbClr val="222222"/>
                </a:solidFill>
                <a:latin typeface="Arial"/>
              </a:rPr>
            </a:br>
            <a:r>
              <a:rPr lang="en-US" sz="1200" b="0" dirty="0">
                <a:solidFill>
                  <a:srgbClr val="222222"/>
                </a:solidFill>
                <a:latin typeface="Arial"/>
              </a:rPr>
              <a:t>Owns the exceptions. The same discount is approved on Tuesday and held on Thursday. Job: apply the book the same way every time. Pain: quarter-end piles, and notes that try to skip the book.</a:t>
            </a:r>
            <a:endParaRPr lang="en-US"/>
          </a:p>
          <a:p>
            <a:pPr>
              <a:spcBef>
                <a:spcPts val="800"/>
              </a:spcBef>
            </a:pPr>
            <a:r>
              <a:rPr lang="en-US" sz="1400" b="1" dirty="0">
                <a:solidFill>
                  <a:srgbClr val="158158"/>
                </a:solidFill>
                <a:latin typeface="Arial"/>
              </a:rPr>
              <a:t>RevOps Admin</a:t>
            </a:r>
            <a:br>
              <a:rPr lang="en-US" sz="1200" b="0" dirty="0">
                <a:solidFill>
                  <a:srgbClr val="222222"/>
                </a:solidFill>
                <a:latin typeface="Arial"/>
              </a:rPr>
            </a:br>
            <a:r>
              <a:rPr lang="en-US" sz="1200" b="0" dirty="0">
                <a:solidFill>
                  <a:srgbClr val="222222"/>
                </a:solidFill>
                <a:latin typeface="Arial"/>
              </a:rPr>
              <a:t>Keeps the discount book and the cash book. Needs a version, an owner, and a human confirm before agents use an uploaded policy. Pain: the policy lives in a PDF no system can cite.</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1"/>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Unmet Needs Analysis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93" name="Google Shape;293;p31"/>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Functional</a:t>
            </a:r>
            <a:br>
              <a:rPr lang="en-US" sz="1200" b="0" dirty="0">
                <a:solidFill>
                  <a:srgbClr val="222222"/>
                </a:solidFill>
                <a:latin typeface="Arial"/>
              </a:rPr>
            </a:br>
            <a:r>
              <a:rPr lang="en-US" sz="1200" b="0" dirty="0">
                <a:solidFill>
                  <a:srgbClr val="222222"/>
                </a:solidFill>
                <a:latin typeface="Arial"/>
              </a:rPr>
              <a:t>Open the discount book, the cash book, three closed years, and the receivables file in one hop, then cite the rule that decided the label.</a:t>
            </a:r>
            <a:endParaRPr lang="en-US"/>
          </a:p>
          <a:p>
            <a:pPr>
              <a:spcBef>
                <a:spcPts val="800"/>
              </a:spcBef>
            </a:pPr>
            <a:r>
              <a:rPr lang="en-US" sz="1400" b="1" dirty="0">
                <a:solidFill>
                  <a:srgbClr val="158158"/>
                </a:solidFill>
                <a:latin typeface="Arial"/>
              </a:rPr>
              <a:t>Emotional</a:t>
            </a:r>
            <a:br>
              <a:rPr lang="en-US" sz="1200" b="0" dirty="0">
                <a:solidFill>
                  <a:srgbClr val="222222"/>
                </a:solidFill>
                <a:latin typeface="Arial"/>
              </a:rPr>
            </a:br>
            <a:r>
              <a:rPr lang="en-US" sz="1200" b="0" dirty="0">
                <a:solidFill>
                  <a:srgbClr val="222222"/>
                </a:solidFill>
                <a:latin typeface="Arial"/>
              </a:rPr>
              <a:t>The seller wants to know the quote is fair. The desk wants to stop defending inconsistent calls. Both want the reason on the record.</a:t>
            </a:r>
            <a:endParaRPr lang="en-US"/>
          </a:p>
          <a:p>
            <a:pPr>
              <a:spcBef>
                <a:spcPts val="800"/>
              </a:spcBef>
            </a:pPr>
            <a:r>
              <a:rPr lang="en-US" sz="1400" b="1" dirty="0">
                <a:solidFill>
                  <a:srgbClr val="158158"/>
                </a:solidFill>
                <a:latin typeface="Arial"/>
              </a:rPr>
              <a:t>Social</a:t>
            </a:r>
            <a:br>
              <a:rPr lang="en-US" sz="1200" b="0" dirty="0">
                <a:solidFill>
                  <a:srgbClr val="222222"/>
                </a:solidFill>
                <a:latin typeface="Arial"/>
              </a:rPr>
            </a:br>
            <a:r>
              <a:rPr lang="en-US" sz="1200" b="0" dirty="0">
                <a:solidFill>
                  <a:srgbClr val="222222"/>
                </a:solidFill>
                <a:latin typeface="Arial"/>
              </a:rPr>
              <a:t>Escalate is a named person and an SLA, not a shared pile. VP Sales and Finance see only the cases that actually need them.</a:t>
            </a:r>
            <a:endParaRPr lang="en-US"/>
          </a:p>
          <a:p>
            <a:pPr>
              <a:spcBef>
                <a:spcPts val="800"/>
              </a:spcBef>
            </a:pPr>
            <a:r>
              <a:rPr lang="en-US" sz="1400" b="1" dirty="0">
                <a:solidFill>
                  <a:srgbClr val="158158"/>
                </a:solidFill>
                <a:latin typeface="Arial"/>
              </a:rPr>
              <a:t>Where today's tools fail</a:t>
            </a:r>
            <a:br>
              <a:rPr lang="en-US" sz="1200" b="0" dirty="0">
                <a:solidFill>
                  <a:srgbClr val="222222"/>
                </a:solidFill>
                <a:latin typeface="Arial"/>
              </a:rPr>
            </a:br>
            <a:r>
              <a:rPr lang="en-US" sz="1200" b="0" dirty="0">
                <a:solidFill>
                  <a:srgbClr val="222222"/>
                </a:solidFill>
                <a:latin typeface="Arial"/>
              </a:rPr>
              <a:t>CPQ approval chains are static. A PDF policy is not callable. A chatbot can summarize the book. None of them write the stage and refuse a forged note.</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2"/>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Value Proposition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400">
              <a:solidFill>
                <a:schemeClr val="dk1"/>
              </a:solidFill>
              <a:latin typeface="Oswald"/>
              <a:ea typeface="Oswald"/>
              <a:cs typeface="Oswald"/>
              <a:sym typeface="Oswald"/>
            </a:endParaRPr>
          </a:p>
          <a:p>
            <a:pPr indent="0" lvl="0" marL="0" rtl="0" algn="l">
              <a:spcBef>
                <a:spcPts val="0"/>
              </a:spcBef>
              <a:spcAft>
                <a:spcPts val="0"/>
              </a:spcAft>
              <a:buNone/>
            </a:pPr>
            <a:r>
              <a:t/>
            </a:r>
            <a:endParaRPr sz="2400">
              <a:solidFill>
                <a:schemeClr val="dk1"/>
              </a:solidFill>
              <a:latin typeface="Oswald"/>
              <a:ea typeface="Oswald"/>
              <a:cs typeface="Oswald"/>
              <a:sym typeface="Oswald"/>
            </a:endParaRPr>
          </a:p>
          <a:p>
            <a:pPr indent="0" lvl="0" marL="0" rtl="0" algn="l">
              <a:spcBef>
                <a:spcPts val="0"/>
              </a:spcBef>
              <a:spcAft>
                <a:spcPts val="0"/>
              </a:spcAft>
              <a:buNone/>
            </a:pPr>
            <a:r>
              <a:rPr lang="en" sz="2400">
                <a:solidFill>
                  <a:schemeClr val="dk1"/>
                </a:solidFill>
                <a:latin typeface="Oswald"/>
                <a:ea typeface="Oswald"/>
                <a:cs typeface="Oswald"/>
                <a:sym typeface="Oswald"/>
              </a:rPr>
              <a:t/>
            </a:r>
            <a:endParaRPr sz="2400">
              <a:solidFill>
                <a:schemeClr val="dk1"/>
              </a:solidFill>
              <a:latin typeface="Oswald"/>
              <a:ea typeface="Oswald"/>
              <a:cs typeface="Oswald"/>
              <a:sym typeface="Oswald"/>
            </a:endParaRPr>
          </a:p>
          <a:p>
            <a:pPr indent="0" lvl="0" marL="0" rtl="0" algn="l">
              <a:spcBef>
                <a:spcPts val="0"/>
              </a:spcBef>
              <a:spcAft>
                <a:spcPts val="0"/>
              </a:spcAft>
              <a:buNone/>
            </a:pPr>
            <a:r>
              <a:t/>
            </a:r>
            <a:endParaRPr sz="24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99" name="Google Shape;299;p32"/>
          <p:cNvSpPr txBox="1"/>
          <p:nvPr>
            <p:ph idx="1" type="subTitle"/>
          </p:nvPr>
        </p:nvSpPr>
        <p:spPr>
          <a:xfrm>
            <a:off x="577150" y="65665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What the user gets</a:t>
            </a:r>
            <a:br>
              <a:rPr lang="en-US" sz="1200" b="0" dirty="0">
                <a:solidFill>
                  <a:srgbClr val="222222"/>
                </a:solidFill>
                <a:latin typeface="Arial"/>
              </a:rPr>
            </a:br>
            <a:r>
              <a:rPr lang="en-US" sz="1200" b="0" dirty="0">
                <a:solidFill>
                  <a:srgbClr val="222222"/>
                </a:solidFill>
                <a:latin typeface="Arial"/>
              </a:rPr>
              <a:t>One hop. A cited label. A named queue when a person is needed. The seller can open Show agent reasoning and see the file, the rule, and the arithmetic.</a:t>
            </a:r>
            <a:endParaRPr lang="en-US"/>
          </a:p>
          <a:p>
            <a:pPr>
              <a:spcBef>
                <a:spcPts val="800"/>
              </a:spcBef>
            </a:pPr>
            <a:r>
              <a:rPr lang="en-US" sz="1400" b="1" dirty="0">
                <a:solidFill>
                  <a:srgbClr val="158158"/>
                </a:solidFill>
                <a:latin typeface="Arial"/>
              </a:rPr>
              <a:t>What the business gets</a:t>
            </a:r>
            <a:br>
              <a:rPr lang="en-US" sz="1200" b="0" dirty="0">
                <a:solidFill>
                  <a:srgbClr val="222222"/>
                </a:solidFill>
                <a:latin typeface="Arial"/>
              </a:rPr>
            </a:br>
            <a:r>
              <a:rPr lang="en-US" sz="1200" b="0" dirty="0">
                <a:solidFill>
                  <a:srgbClr val="222222"/>
                </a:solidFill>
                <a:latin typeface="Arial"/>
              </a:rPr>
              <a:t>Clean renewals clear without a desk touch. A 42% expansion no longer depends on who is on shift. Every hop is a Langfuse trace Finance can replay.</a:t>
            </a:r>
            <a:endParaRPr lang="en-US"/>
          </a:p>
          <a:p>
            <a:pPr>
              <a:spcBef>
                <a:spcPts val="800"/>
              </a:spcBef>
            </a:pPr>
            <a:r>
              <a:rPr lang="en-US" sz="1400" b="1" dirty="0">
                <a:solidFill>
                  <a:srgbClr val="158158"/>
                </a:solidFill>
                <a:latin typeface="Arial"/>
              </a:rPr>
              <a:t>Proof in the demo</a:t>
            </a:r>
            <a:br>
              <a:rPr lang="en-US" sz="1200" b="0" dirty="0">
                <a:solidFill>
                  <a:srgbClr val="222222"/>
                </a:solidFill>
                <a:latin typeface="Arial"/>
              </a:rPr>
            </a:br>
            <a:r>
              <a:rPr lang="en-US" sz="1200" b="0" dirty="0">
                <a:solidFill>
                  <a:srgbClr val="222222"/>
                </a:solidFill>
                <a:latin typeface="Arial"/>
              </a:rPr>
              <a:t>Golden set is 9 of 9. A note that demands Approve still fails. Harbor lands with Deal Desk and a 24-hour SLA, not a bucket called Escalated.</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3"/>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Business Strategy Alignment</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05" name="Google Shape;305;p33"/>
          <p:cNvSpPr txBox="1"/>
          <p:nvPr>
            <p:ph idx="1" type="subTitle"/>
          </p:nvPr>
        </p:nvSpPr>
        <p:spPr>
          <a:xfrm>
            <a:off x="618100" y="771525"/>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Revenue quality</a:t>
            </a:r>
            <a:br>
              <a:rPr lang="en-US" sz="1200" b="0" dirty="0">
                <a:solidFill>
                  <a:srgbClr val="222222"/>
                </a:solidFill>
                <a:latin typeface="Arial"/>
              </a:rPr>
            </a:br>
            <a:r>
              <a:rPr lang="en-US" sz="1200" b="0" dirty="0">
                <a:solidFill>
                  <a:srgbClr val="222222"/>
                </a:solidFill>
                <a:latin typeface="Arial"/>
              </a:rPr>
              <a:t>Stops discount leakage and quarter-end gaming without slowing a clean renewal.</a:t>
            </a:r>
            <a:endParaRPr lang="en-US"/>
          </a:p>
          <a:p>
            <a:pPr>
              <a:spcBef>
                <a:spcPts val="800"/>
              </a:spcBef>
            </a:pPr>
            <a:r>
              <a:rPr lang="en-US" sz="1400" b="1" dirty="0">
                <a:solidFill>
                  <a:srgbClr val="158158"/>
                </a:solidFill>
                <a:latin typeface="Arial"/>
              </a:rPr>
              <a:t>Operational efficiency</a:t>
            </a:r>
            <a:br>
              <a:rPr lang="en-US" sz="1200" b="0" dirty="0">
                <a:solidFill>
                  <a:srgbClr val="222222"/>
                </a:solidFill>
                <a:latin typeface="Arial"/>
              </a:rPr>
            </a:br>
            <a:r>
              <a:rPr lang="en-US" sz="1200" b="0" dirty="0">
                <a:solidFill>
                  <a:srgbClr val="222222"/>
                </a:solidFill>
                <a:latin typeface="Arial"/>
              </a:rPr>
              <a:t>Deal Desk spends time on the cases the matrix assigns, not on the 18% renewals.</a:t>
            </a:r>
            <a:endParaRPr lang="en-US"/>
          </a:p>
          <a:p>
            <a:pPr>
              <a:spcBef>
                <a:spcPts val="800"/>
              </a:spcBef>
            </a:pPr>
            <a:r>
              <a:rPr lang="en-US" sz="1400" b="1" dirty="0">
                <a:solidFill>
                  <a:srgbClr val="158158"/>
                </a:solidFill>
                <a:latin typeface="Arial"/>
              </a:rPr>
              <a:t>Risk and audit</a:t>
            </a:r>
            <a:br>
              <a:rPr lang="en-US" sz="1200" b="0" dirty="0">
                <a:solidFill>
                  <a:srgbClr val="222222"/>
                </a:solidFill>
                <a:latin typeface="Arial"/>
              </a:rPr>
            </a:br>
            <a:r>
              <a:rPr lang="en-US" sz="1200" b="0" dirty="0">
                <a:solidFill>
                  <a:srgbClr val="222222"/>
                </a:solidFill>
                <a:latin typeface="Arial"/>
              </a:rPr>
              <a:t>Every decision cites a versioned book owned by RevOps or Finance. Per-customer policy packs keep one tenant's ceiling off another's.</a:t>
            </a:r>
            <a:endParaRPr lang="en-US"/>
          </a:p>
          <a:p>
            <a:pPr>
              <a:spcBef>
                <a:spcPts val="800"/>
              </a:spcBef>
            </a:pPr>
            <a:r>
              <a:rPr lang="en-US" sz="1400" b="1" dirty="0">
                <a:solidFill>
                  <a:srgbClr val="158158"/>
                </a:solidFill>
                <a:latin typeface="Arial"/>
              </a:rPr>
              <a:t>Platform, not a rip-out</a:t>
            </a:r>
            <a:br>
              <a:rPr lang="en-US" sz="1200" b="0" dirty="0">
                <a:solidFill>
                  <a:srgbClr val="222222"/>
                </a:solidFill>
                <a:latin typeface="Arial"/>
              </a:rPr>
            </a:br>
            <a:r>
              <a:rPr lang="en-US" sz="1200" b="0" dirty="0">
                <a:solidFill>
                  <a:srgbClr val="222222"/>
                </a:solidFill>
                <a:latin typeface="Arial"/>
              </a:rPr>
              <a:t>Sits beside Salesforce CPQ, Revenue Cloud, DealHub, Conga, and Zuora. The CPQ remains the system of record. Not doing this leaves leakage, inconsistent exceptions, and no replayable reason.</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Agentic AI Design &amp; Workflow</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sz="2200">
                <a:solidFill>
                  <a:schemeClr val="dk1"/>
                </a:solidFill>
                <a:latin typeface="Oswald"/>
                <a:ea typeface="Oswald"/>
                <a:cs typeface="Oswald"/>
                <a:sym typeface="Oswald"/>
              </a:rPr>
              <a:t/>
            </a:r>
            <a:endParaRPr sz="22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11" name="Google Shape;311;p34"/>
          <p:cNvSpPr txBox="1"/>
          <p:nvPr>
            <p:ph idx="1" type="subTitle"/>
          </p:nvPr>
        </p:nvSpPr>
        <p:spPr>
          <a:xfrm>
            <a:off x="481500" y="861300"/>
            <a:ext cx="8204100" cy="3759300"/>
          </a:xfrm>
          <a:prstGeom prst="rect">
            <a:avLst/>
          </a:prstGeom>
        </p:spPr>
        <p:txBody>
          <a:bodyPr anchorCtr="0" anchor="t" bIns="68575" lIns="68575" spcFirstLastPara="1" rIns="68575" wrap="square" tIns="68575">
            <a:normAutofit/>
          </a:bodyPr>
          <a:lstStyle/>
          <a:p>
            <a:pPr indent="0" lvl="0" marL="457200" rtl="0" algn="l">
              <a:spcBef>
                <a:spcPts val="1200"/>
              </a:spcBef>
              <a:spcAft>
                <a:spcPts val="1200"/>
              </a:spcAft>
              <a:buNone/>
            </a:pPr>
            <a:r>
              <a:t/>
            </a:r>
            <a:endParaRPr b="1" sz="1400">
              <a:solidFill>
                <a:srgbClr val="CCCCCC"/>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481500" y="231700"/>
            <a:ext cx="8662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Agent Architecture &amp; Roles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400">
              <a:solidFill>
                <a:schemeClr val="dk1"/>
              </a:solidFill>
              <a:latin typeface="Oswald"/>
              <a:ea typeface="Oswald"/>
              <a:cs typeface="Oswald"/>
              <a:sym typeface="Oswald"/>
            </a:endParaRPr>
          </a:p>
          <a:p>
            <a:pPr indent="0" lvl="0" marL="0" rtl="0" algn="l">
              <a:spcBef>
                <a:spcPts val="0"/>
              </a:spcBef>
              <a:spcAft>
                <a:spcPts val="0"/>
              </a:spcAft>
              <a:buNone/>
            </a:pPr>
            <a:r>
              <a:rPr lang="en" sz="2400">
                <a:solidFill>
                  <a:schemeClr val="dk1"/>
                </a:solidFill>
                <a:latin typeface="Oswald"/>
                <a:ea typeface="Oswald"/>
                <a:cs typeface="Oswald"/>
                <a:sym typeface="Oswald"/>
              </a:rPr>
              <a:t/>
            </a:r>
            <a:endParaRPr sz="2400">
              <a:solidFill>
                <a:schemeClr val="dk1"/>
              </a:solidFill>
              <a:highlight>
                <a:schemeClr val="accent4"/>
              </a:highlight>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17" name="Google Shape;317;p35"/>
          <p:cNvSpPr txBox="1"/>
          <p:nvPr>
            <p:ph idx="1" type="subTitle"/>
          </p:nvPr>
        </p:nvSpPr>
        <p:spPr>
          <a:xfrm>
            <a:off x="631750" y="771525"/>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Architecture</a:t>
            </a:r>
            <a:br>
              <a:rPr lang="en-US" sz="1200" b="0" dirty="0">
                <a:solidFill>
                  <a:srgbClr val="222222"/>
                </a:solidFill>
                <a:latin typeface="Arial"/>
              </a:rPr>
            </a:br>
            <a:r>
              <a:rPr lang="en-US" sz="1200" b="0" dirty="0">
                <a:solidFill>
                  <a:srgbClr val="222222"/>
                </a:solidFill>
                <a:latin typeface="Arial"/>
              </a:rPr>
              <a:t>Centralized orchestrator with two specialists in parallel. Chosen so one label is written, and so a note cannot talk to either specialist as an instruction.</a:t>
            </a:r>
            <a:endParaRPr lang="en-US"/>
          </a:p>
          <a:p>
            <a:pPr>
              <a:spcBef>
                <a:spcPts val="800"/>
              </a:spcBef>
            </a:pPr>
            <a:r>
              <a:rPr lang="en-US" sz="1400" b="1" dirty="0">
                <a:solidFill>
                  <a:srgbClr val="158158"/>
                </a:solidFill>
                <a:latin typeface="Arial"/>
              </a:rPr>
              <a:t>Orchestrator, goal-based</a:t>
            </a:r>
            <a:br>
              <a:rPr lang="en-US" sz="1200" b="0" dirty="0">
                <a:solidFill>
                  <a:srgbClr val="222222"/>
                </a:solidFill>
                <a:latin typeface="Arial"/>
              </a:rPr>
            </a:br>
            <a:r>
              <a:rPr lang="en-US" sz="1200" b="0" dirty="0">
                <a:solidFill>
                  <a:srgbClr val="222222"/>
                </a:solidFill>
                <a:latin typeface="Arial"/>
              </a:rPr>
              <a:t>Opens the hop on Submit. Waits for both specialists. Keeps the stricter label: Reject beats Escalate, Escalate beats Approve. Writes the stage or the assignment.</a:t>
            </a:r>
            <a:endParaRPr lang="en-US"/>
          </a:p>
          <a:p>
            <a:pPr>
              <a:spcBef>
                <a:spcPts val="800"/>
              </a:spcBef>
            </a:pPr>
            <a:r>
              <a:rPr lang="en-US" sz="1400" b="1" dirty="0">
                <a:solidFill>
                  <a:srgbClr val="158158"/>
                </a:solidFill>
                <a:latin typeface="Arial"/>
              </a:rPr>
              <a:t>Discount agent, tool-using</a:t>
            </a:r>
            <a:br>
              <a:rPr lang="en-US" sz="1200" b="0" dirty="0">
                <a:solidFill>
                  <a:srgbClr val="222222"/>
                </a:solidFill>
                <a:latin typeface="Arial"/>
              </a:rPr>
            </a:br>
            <a:r>
              <a:rPr lang="en-US" sz="1200" b="0" dirty="0">
                <a:solidFill>
                  <a:srgbClr val="222222"/>
                </a:solidFill>
                <a:latin typeface="Arial"/>
              </a:rPr>
              <a:t>Reads the live discount book for segment and quote type, then the account file: closed years for renewals, peer new logos for new business, multi-year terms.</a:t>
            </a:r>
            <a:endParaRPr lang="en-US"/>
          </a:p>
          <a:p>
            <a:pPr>
              <a:spcBef>
                <a:spcPts val="800"/>
              </a:spcBef>
            </a:pPr>
            <a:r>
              <a:rPr lang="en-US" sz="1400" b="1" dirty="0">
                <a:solidFill>
                  <a:srgbClr val="158158"/>
                </a:solidFill>
                <a:latin typeface="Arial"/>
              </a:rPr>
              <a:t>Payment agent, tool-using</a:t>
            </a:r>
            <a:br>
              <a:rPr lang="en-US" sz="1200" b="0" dirty="0">
                <a:solidFill>
                  <a:srgbClr val="222222"/>
                </a:solidFill>
                <a:latin typeface="Arial"/>
              </a:rPr>
            </a:br>
            <a:r>
              <a:rPr lang="en-US" sz="1200" b="0" dirty="0">
                <a:solidFill>
                  <a:srgbClr val="222222"/>
                </a:solidFill>
                <a:latin typeface="Arial"/>
              </a:rPr>
              <a:t>Reads the cash book and the receivables file. A worse term than last year, or open dues, is a hold. Runtime: Python 3.10, LangGraph, Pydantic.</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6"/>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Agent Workflow &amp; Collaboration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23" name="Google Shape;323;p36"/>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The seven steps</a:t>
            </a:r>
            <a:br>
              <a:rPr lang="en-US" sz="1200" b="0" dirty="0">
                <a:solidFill>
                  <a:srgbClr val="222222"/>
                </a:solidFill>
                <a:latin typeface="Arial"/>
              </a:rPr>
            </a:br>
            <a:r>
              <a:rPr lang="en-US" sz="1200" b="0" dirty="0">
                <a:solidFill>
                  <a:srgbClr val="222222"/>
                </a:solidFill>
                <a:latin typeface="Arial"/>
              </a:rPr>
              <a:t>1 Seller still owns the draft. 2 Orchestrator opens the hop and scans notes without obeying them. 3 Discount agent reads the book and the file. 4 Payment agent reads cash and dues. 5 Orchestrator keeps the stricter label. 6 Guardrail: a note cannot force Approve, and no citation forces a hold. 7 Write-back: Approved, or a named person with an SLA.</a:t>
            </a:r>
            <a:endParaRPr lang="en-US"/>
          </a:p>
          <a:p>
            <a:pPr>
              <a:spcBef>
                <a:spcPts val="800"/>
              </a:spcBef>
            </a:pPr>
            <a:r>
              <a:rPr lang="en-US" sz="1400" b="1" dirty="0">
                <a:solidFill>
                  <a:srgbClr val="158158"/>
                </a:solidFill>
                <a:latin typeface="Arial"/>
              </a:rPr>
              <a:t>How they talk</a:t>
            </a:r>
            <a:br>
              <a:rPr lang="en-US" sz="1200" b="0" dirty="0">
                <a:solidFill>
                  <a:srgbClr val="222222"/>
                </a:solidFill>
                <a:latin typeface="Arial"/>
              </a:rPr>
            </a:br>
            <a:r>
              <a:rPr lang="en-US" sz="1200" b="0" dirty="0">
                <a:solidFill>
                  <a:srgbClr val="222222"/>
                </a:solidFill>
                <a:latin typeface="Arial"/>
              </a:rPr>
              <a:t>Shared quote state. Each specialist calls a policy tool and returns a Pydantic object: decision, confidence, thought, cited rules. The orchestrator does not average opinions. It applies one rule.</a:t>
            </a:r>
            <a:endParaRPr lang="en-US"/>
          </a:p>
          <a:p>
            <a:pPr>
              <a:spcBef>
                <a:spcPts val="800"/>
              </a:spcBef>
            </a:pPr>
            <a:r>
              <a:rPr lang="en-US" sz="1400" b="1" dirty="0">
                <a:solidFill>
                  <a:srgbClr val="158158"/>
                </a:solidFill>
                <a:latin typeface="Arial"/>
              </a:rPr>
              <a:t>What they do not touch</a:t>
            </a:r>
            <a:br>
              <a:rPr lang="en-US" sz="1200" b="0" dirty="0">
                <a:solidFill>
                  <a:srgbClr val="222222"/>
                </a:solidFill>
                <a:latin typeface="Arial"/>
              </a:rPr>
            </a:br>
            <a:r>
              <a:rPr lang="en-US" sz="1200" b="0" dirty="0">
                <a:solidFill>
                  <a:srgbClr val="222222"/>
                </a:solidFill>
                <a:latin typeface="Arial"/>
              </a:rPr>
              <a:t>Sent, signed, and converted stay with the seller. Notes are readable by people and are not an input to the label.</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Agent Workflow Simulation &amp; Validation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29" name="Google Shape;329;p37"/>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Northwind, Renewal, Approve</a:t>
            </a:r>
            <a:br>
              <a:rPr lang="en-US" sz="1200" b="0" dirty="0">
                <a:solidFill>
                  <a:srgbClr val="222222"/>
                </a:solidFill>
                <a:latin typeface="Arial"/>
              </a:rPr>
            </a:br>
            <a:r>
              <a:rPr lang="en-US" sz="1200" b="0" dirty="0">
                <a:solidFill>
                  <a:srgbClr val="222222"/>
                </a:solidFill>
                <a:latin typeface="Arial"/>
              </a:rPr>
              <a:t>17.8% sits inside the 22% Enterprise renewal ceiling. History stepped 15, then 16, then 17. Credit Strong, $0 overdue. Discount starts at 88, payment at 90. Orchestrator: floor of (88 + 90) / 2 = 89.</a:t>
            </a:r>
            <a:endParaRPr lang="en-US"/>
          </a:p>
          <a:p>
            <a:pPr>
              <a:spcBef>
                <a:spcPts val="800"/>
              </a:spcBef>
            </a:pPr>
            <a:r>
              <a:rPr lang="en-US" sz="1400" b="1" dirty="0">
                <a:solidFill>
                  <a:srgbClr val="158158"/>
                </a:solidFill>
                <a:latin typeface="Arial"/>
              </a:rPr>
              <a:t>Harbor &amp; Co., Renewal, Escalate</a:t>
            </a:r>
            <a:br>
              <a:rPr lang="en-US" sz="1200" b="0" dirty="0">
                <a:solidFill>
                  <a:srgbClr val="222222"/>
                </a:solidFill>
                <a:latin typeface="Arial"/>
              </a:rPr>
            </a:br>
            <a:r>
              <a:rPr lang="en-US" sz="1200" b="0" dirty="0">
                <a:solidFill>
                  <a:srgbClr val="222222"/>
                </a:solidFill>
                <a:latin typeface="Arial"/>
              </a:rPr>
              <a:t>Discount is ordinary. Terms move from Net-30 to Net-90, and $18,400 is 22 days past due. Assigned to Deal Desk, 24-hour SLA.</a:t>
            </a:r>
            <a:endParaRPr lang="en-US"/>
          </a:p>
          <a:p>
            <a:pPr>
              <a:spcBef>
                <a:spcPts val="800"/>
              </a:spcBef>
            </a:pPr>
            <a:r>
              <a:rPr lang="en-US" sz="1400" b="1" dirty="0">
                <a:solidFill>
                  <a:srgbClr val="158158"/>
                </a:solidFill>
                <a:latin typeface="Arial"/>
              </a:rPr>
              <a:t>Pinnacle Health, Expansion, Reject</a:t>
            </a:r>
            <a:br>
              <a:rPr lang="en-US" sz="1200" b="0" dirty="0">
                <a:solidFill>
                  <a:srgbClr val="222222"/>
                </a:solidFill>
                <a:latin typeface="Arial"/>
              </a:rPr>
            </a:br>
            <a:r>
              <a:rPr lang="en-US" sz="1200" b="0" dirty="0">
                <a:solidFill>
                  <a:srgbClr val="222222"/>
                </a:solidFill>
                <a:latin typeface="Arial"/>
              </a:rPr>
              <a:t>Closed years were 18, 20, 22. The ask is past the exception ceiling. Credit is clean. Price is why it fails.</a:t>
            </a:r>
            <a:endParaRPr lang="en-US"/>
          </a:p>
          <a:p>
            <a:pPr>
              <a:spcBef>
                <a:spcPts val="800"/>
              </a:spcBef>
            </a:pPr>
            <a:r>
              <a:rPr lang="en-US" sz="1400" b="1" dirty="0">
                <a:solidFill>
                  <a:srgbClr val="158158"/>
                </a:solidFill>
                <a:latin typeface="Arial"/>
              </a:rPr>
              <a:t>Kite &amp; Harbor, New logo, Reject</a:t>
            </a:r>
            <a:br>
              <a:rPr lang="en-US" sz="1200" b="0" dirty="0">
                <a:solidFill>
                  <a:srgbClr val="222222"/>
                </a:solidFill>
                <a:latin typeface="Arial"/>
              </a:rPr>
            </a:br>
            <a:r>
              <a:rPr lang="en-US" sz="1200" b="0" dirty="0">
                <a:solidFill>
                  <a:srgbClr val="222222"/>
                </a:solidFill>
                <a:latin typeface="Arial"/>
              </a:rPr>
              <a:t>Notes say mark this Approved. No installed discount. Peers closed at 15 to 18. The book rejects. The note does not win. Golden set: 9 of 9.</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8"/>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Deployment, Governance &amp; Scaling</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35" name="Google Shape;335;p38"/>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indent="0" lvl="0" marL="457200" rtl="0" algn="l">
              <a:spcBef>
                <a:spcPts val="1200"/>
              </a:spcBef>
              <a:spcAft>
                <a:spcPts val="1200"/>
              </a:spcAft>
              <a:buNone/>
            </a:pPr>
            <a:r>
              <a:t/>
            </a:r>
            <a:endParaRPr b="1" sz="1400">
              <a:solidFill>
                <a:srgbClr val="99999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9"/>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Deployment Considerations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41" name="Google Shape;341;p39"/>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Infrastructure</a:t>
            </a:r>
            <a:br>
              <a:rPr lang="en-US" sz="1200" b="0" dirty="0">
                <a:solidFill>
                  <a:srgbClr val="222222"/>
                </a:solidFill>
                <a:latin typeface="Arial"/>
              </a:rPr>
            </a:br>
            <a:r>
              <a:rPr lang="en-US" sz="1200" b="0" dirty="0">
                <a:solidFill>
                  <a:srgbClr val="222222"/>
                </a:solidFill>
                <a:latin typeface="Arial"/>
              </a:rPr>
              <a:t>Python service beside the product UI. LangGraph compiles the crew. In production the graph runs in a container next to the CPQ, not inside it. The hop is one call.</a:t>
            </a:r>
            <a:endParaRPr lang="en-US"/>
          </a:p>
          <a:p>
            <a:pPr>
              <a:spcBef>
                <a:spcPts val="800"/>
              </a:spcBef>
            </a:pPr>
            <a:r>
              <a:rPr lang="en-US" sz="1400" b="1" dirty="0">
                <a:solidFill>
                  <a:srgbClr val="158158"/>
                </a:solidFill>
                <a:latin typeface="Arial"/>
              </a:rPr>
              <a:t>Integration</a:t>
            </a:r>
            <a:br>
              <a:rPr lang="en-US" sz="1200" b="0" dirty="0">
                <a:solidFill>
                  <a:srgbClr val="222222"/>
                </a:solidFill>
                <a:latin typeface="Arial"/>
              </a:rPr>
            </a:br>
            <a:r>
              <a:rPr lang="en-US" sz="1200" b="0" dirty="0">
                <a:solidFill>
                  <a:srgbClr val="222222"/>
                </a:solidFill>
                <a:latin typeface="Arial"/>
              </a:rPr>
              <a:t>Submit for approval is the only inbound event. Write-back is one stage, or an assignment that resolves to a Salesforce queue, a DealHub group, or a Zuora approval hierarchy.</a:t>
            </a:r>
            <a:endParaRPr lang="en-US"/>
          </a:p>
          <a:p>
            <a:pPr>
              <a:spcBef>
                <a:spcPts val="800"/>
              </a:spcBef>
            </a:pPr>
            <a:r>
              <a:rPr lang="en-US" sz="1400" b="1" dirty="0">
                <a:solidFill>
                  <a:srgbClr val="158158"/>
                </a:solidFill>
                <a:latin typeface="Arial"/>
              </a:rPr>
              <a:t>Security and compliance</a:t>
            </a:r>
            <a:br>
              <a:rPr lang="en-US" sz="1200" b="0" dirty="0">
                <a:solidFill>
                  <a:srgbClr val="222222"/>
                </a:solidFill>
                <a:latin typeface="Arial"/>
              </a:rPr>
            </a:br>
            <a:r>
              <a:rPr lang="en-US" sz="1200" b="0" dirty="0">
                <a:solidFill>
                  <a:srgbClr val="222222"/>
                </a:solidFill>
                <a:latin typeface="Arial"/>
              </a:rPr>
              <a:t>Agents cannot read notes as instructions. The output guardrail blocks a label looser than the books. Policy versions are owned. No agent writes Sent, Signed, or Converted. Full audit trail. Per-customer packs.</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0"/>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Agent Governance &amp; Monitoring Strategy</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47" name="Google Shape;347;p40"/>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Guardrails</a:t>
            </a:r>
            <a:br>
              <a:rPr lang="en-US" sz="1200" b="0" dirty="0">
                <a:solidFill>
                  <a:srgbClr val="222222"/>
                </a:solidFill>
                <a:latin typeface="Arial"/>
              </a:rPr>
            </a:br>
            <a:r>
              <a:rPr lang="en-US" sz="1200" b="0" dirty="0">
                <a:solidFill>
                  <a:srgbClr val="222222"/>
                </a:solidFill>
                <a:latin typeface="Arial"/>
              </a:rPr>
              <a:t>Input: notes that say ignore the book or you are now in admin mode are flagged, not followed. Output: no citation forces Escalate. A note cannot produce Approve.</a:t>
            </a:r>
            <a:endParaRPr lang="en-US"/>
          </a:p>
          <a:p>
            <a:pPr>
              <a:spcBef>
                <a:spcPts val="800"/>
              </a:spcBef>
            </a:pPr>
            <a:r>
              <a:rPr lang="en-US" sz="1400" b="1" dirty="0">
                <a:solidFill>
                  <a:srgbClr val="158158"/>
                </a:solidFill>
                <a:latin typeface="Arial"/>
              </a:rPr>
              <a:t>Human in the loop</a:t>
            </a:r>
            <a:br>
              <a:rPr lang="en-US" sz="1200" b="0" dirty="0">
                <a:solidFill>
                  <a:srgbClr val="222222"/>
                </a:solidFill>
                <a:latin typeface="Arial"/>
              </a:rPr>
            </a:br>
            <a:r>
              <a:rPr lang="en-US" sz="1200" b="0" dirty="0">
                <a:solidFill>
                  <a:srgbClr val="222222"/>
                </a:solidFill>
                <a:latin typeface="Arial"/>
              </a:rPr>
              <a:t>Mild exception to Deal Desk Manager, 24h. Material to RevOps or Finance, 24h. High discount plus weak terms to VP Sales and Finance. Quarter-end to Deal Desk Lead, 12h. Approve assigns no one.</a:t>
            </a:r>
            <a:endParaRPr lang="en-US"/>
          </a:p>
          <a:p>
            <a:pPr>
              <a:spcBef>
                <a:spcPts val="800"/>
              </a:spcBef>
            </a:pPr>
            <a:r>
              <a:rPr lang="en-US" sz="1400" b="1" dirty="0">
                <a:solidFill>
                  <a:srgbClr val="158158"/>
                </a:solidFill>
                <a:latin typeface="Arial"/>
              </a:rPr>
              <a:t>Observability and drift</a:t>
            </a:r>
            <a:br>
              <a:rPr lang="en-US" sz="1200" b="0" dirty="0">
                <a:solidFill>
                  <a:srgbClr val="222222"/>
                </a:solidFill>
                <a:latin typeface="Arial"/>
              </a:rPr>
            </a:br>
            <a:r>
              <a:rPr lang="en-US" sz="1200" b="0" dirty="0">
                <a:solidFill>
                  <a:srgbClr val="222222"/>
                </a:solidFill>
                <a:latin typeface="Arial"/>
              </a:rPr>
              <a:t>Langfuse traces every hop: plan, discount node, payment node, combine, guardrail. Metrics: label match on the golden set, citation present, note-attack ignored, latency, token cost. An LLM judge scores the same rubric.</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1"/>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Scaling &amp; Continuous Improvement</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53" name="Google Shape;353;p41"/>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Pilot to pack</a:t>
            </a:r>
            <a:br>
              <a:rPr lang="en-US" sz="1200" b="0" dirty="0">
                <a:solidFill>
                  <a:srgbClr val="222222"/>
                </a:solidFill>
                <a:latin typeface="Arial"/>
              </a:rPr>
            </a:br>
            <a:r>
              <a:rPr lang="en-US" sz="1200" b="0" dirty="0">
                <a:solidFill>
                  <a:srgbClr val="222222"/>
                </a:solidFill>
                <a:latin typeface="Arial"/>
              </a:rPr>
              <a:t>Helio Quote is the pilot: two books, three agents. A second customer gets a second policy pack. Northstar is already in the console. Switching the live pack does not rewrite history.</a:t>
            </a:r>
            <a:endParaRPr lang="en-US"/>
          </a:p>
          <a:p>
            <a:pPr>
              <a:spcBef>
                <a:spcPts val="800"/>
              </a:spcBef>
            </a:pPr>
            <a:r>
              <a:rPr lang="en-US" sz="1400" b="1" dirty="0">
                <a:solidFill>
                  <a:srgbClr val="158158"/>
                </a:solidFill>
                <a:latin typeface="Arial"/>
              </a:rPr>
              <a:t>More agents</a:t>
            </a:r>
            <a:br>
              <a:rPr lang="en-US" sz="1200" b="0" dirty="0">
                <a:solidFill>
                  <a:srgbClr val="222222"/>
                </a:solidFill>
                <a:latin typeface="Arial"/>
              </a:rPr>
            </a:br>
            <a:r>
              <a:rPr lang="en-US" sz="1200" b="0" dirty="0">
                <a:solidFill>
                  <a:srgbClr val="222222"/>
                </a:solidFill>
                <a:latin typeface="Arial"/>
              </a:rPr>
              <a:t>A legal-terms agent or a usage-commit agent can join the same graph. The orchestrator still writes one label. Roll out a new node behind the golden harness. Roll back by restoring the prior policy version.</a:t>
            </a:r>
            <a:endParaRPr lang="en-US"/>
          </a:p>
          <a:p>
            <a:pPr>
              <a:spcBef>
                <a:spcPts val="800"/>
              </a:spcBef>
            </a:pPr>
            <a:r>
              <a:rPr lang="en-US" sz="1400" b="1" dirty="0">
                <a:solidFill>
                  <a:srgbClr val="158158"/>
                </a:solidFill>
                <a:latin typeface="Arial"/>
              </a:rPr>
              <a:t>Feedback loop</a:t>
            </a:r>
            <a:br>
              <a:rPr lang="en-US" sz="1200" b="0" dirty="0">
                <a:solidFill>
                  <a:srgbClr val="222222"/>
                </a:solidFill>
                <a:latin typeface="Arial"/>
              </a:rPr>
            </a:br>
            <a:r>
              <a:rPr lang="en-US" sz="1200" b="0" dirty="0">
                <a:solidFill>
                  <a:srgbClr val="222222"/>
                </a:solidFill>
                <a:latin typeface="Arial"/>
              </a:rPr>
              <a:t>Deal Desk overrides and judge misses become new golden rows. Threshold and assignment rules are configuration, not code. The book stays the authority as the market moves.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2"/>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Roadmap &amp; Ethical Considerations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59" name="Google Shape;359;p42"/>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indent="0" lvl="0" marL="457200" rtl="0" algn="l">
              <a:spcBef>
                <a:spcPts val="1200"/>
              </a:spcBef>
              <a:spcAft>
                <a:spcPts val="1200"/>
              </a:spcAft>
              <a:buNone/>
            </a:pPr>
            <a:r>
              <a:t/>
            </a:r>
            <a:endParaRPr b="1" sz="1100">
              <a:solidFill>
                <a:srgbClr val="99999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3"/>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Ethical Oversight Plan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65" name="Google Shape;365;p43"/>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Bias lives in the book, and is visible</a:t>
            </a:r>
            <a:br>
              <a:rPr lang="en-US" sz="1200" b="0" dirty="0">
                <a:solidFill>
                  <a:srgbClr val="222222"/>
                </a:solidFill>
                <a:latin typeface="Arial"/>
              </a:rPr>
            </a:br>
            <a:r>
              <a:rPr lang="en-US" sz="1200" b="0" dirty="0">
                <a:solidFill>
                  <a:srgbClr val="222222"/>
                </a:solidFill>
                <a:latin typeface="Arial"/>
              </a:rPr>
              <a:t>A tighter ceiling for one segment is a business choice, not a model accident. It is versioned, owned by RevOps, and cited. Agents do not invent it.</a:t>
            </a:r>
            <a:endParaRPr lang="en-US"/>
          </a:p>
          <a:p>
            <a:pPr>
              <a:spcBef>
                <a:spcPts val="800"/>
              </a:spcBef>
            </a:pPr>
            <a:r>
              <a:rPr lang="en-US" sz="1400" b="1" dirty="0">
                <a:solidFill>
                  <a:srgbClr val="158158"/>
                </a:solidFill>
                <a:latin typeface="Arial"/>
              </a:rPr>
              <a:t>Explainability</a:t>
            </a:r>
            <a:br>
              <a:rPr lang="en-US" sz="1200" b="0" dirty="0">
                <a:solidFill>
                  <a:srgbClr val="222222"/>
                </a:solidFill>
                <a:latin typeface="Arial"/>
              </a:rPr>
            </a:br>
            <a:r>
              <a:rPr lang="en-US" sz="1200" b="0" dirty="0">
                <a:solidFill>
                  <a:srgbClr val="222222"/>
                </a:solidFill>
                <a:latin typeface="Arial"/>
              </a:rPr>
              <a:t>Every label carries the rule, the confidence formula, and the file that was opened. A seller can open Show agent reasoning and see the arithmetic: start at 88, subtract for each flag, clamp from 5 to 97.</a:t>
            </a:r>
            <a:endParaRPr lang="en-US"/>
          </a:p>
          <a:p>
            <a:pPr>
              <a:spcBef>
                <a:spcPts val="800"/>
              </a:spcBef>
            </a:pPr>
            <a:r>
              <a:rPr lang="en-US" sz="1400" b="1" dirty="0">
                <a:solidFill>
                  <a:srgbClr val="158158"/>
                </a:solidFill>
                <a:latin typeface="Arial"/>
              </a:rPr>
              <a:t>Bounded autonomy</a:t>
            </a:r>
            <a:br>
              <a:rPr lang="en-US" sz="1200" b="0" dirty="0">
                <a:solidFill>
                  <a:srgbClr val="222222"/>
                </a:solidFill>
                <a:latin typeface="Arial"/>
              </a:rPr>
            </a:br>
            <a:r>
              <a:rPr lang="en-US" sz="1200" b="0" dirty="0">
                <a:solidFill>
                  <a:srgbClr val="222222"/>
                </a:solidFill>
                <a:latin typeface="Arial"/>
              </a:rPr>
              <a:t>The crew cannot send, sign, or convert. Escalate always names a person and an SLA. A note that says ignore the discount book cannot produce Approve. The hop reads commercial fields, not personal data beyond the seller and the account.</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4"/>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Conclusion &amp; Business Implications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71" name="Google Shape;371;p44"/>
          <p:cNvSpPr txBox="1"/>
          <p:nvPr>
            <p:ph idx="1" type="subTitle"/>
          </p:nvPr>
        </p:nvSpPr>
        <p:spPr>
          <a:xfrm>
            <a:off x="618100" y="861300"/>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What was built</a:t>
            </a:r>
            <a:br>
              <a:rPr lang="en-US" sz="1200" b="0" dirty="0">
                <a:solidFill>
                  <a:srgbClr val="222222"/>
                </a:solidFill>
                <a:latin typeface="Arial"/>
              </a:rPr>
            </a:br>
            <a:r>
              <a:rPr lang="en-US" sz="1200" b="0" dirty="0">
                <a:solidFill>
                  <a:srgbClr val="222222"/>
                </a:solidFill>
                <a:latin typeface="Arial"/>
              </a:rPr>
              <a:t>A sellable approval agent: policy console, three-agent hop on LangGraph, assignment matrix, golden eval, Langfuse, and a live demo a judge can click.</a:t>
            </a:r>
            <a:endParaRPr lang="en-US"/>
          </a:p>
          <a:p>
            <a:pPr>
              <a:spcBef>
                <a:spcPts val="800"/>
              </a:spcBef>
            </a:pPr>
            <a:r>
              <a:rPr lang="en-US" sz="1400" b="1" dirty="0">
                <a:solidFill>
                  <a:srgbClr val="158158"/>
                </a:solidFill>
                <a:latin typeface="Arial"/>
              </a:rPr>
              <a:t>What was learned</a:t>
            </a:r>
            <a:br>
              <a:rPr lang="en-US" sz="1200" b="0" dirty="0">
                <a:solidFill>
                  <a:srgbClr val="222222"/>
                </a:solidFill>
                <a:latin typeface="Arial"/>
              </a:rPr>
            </a:br>
            <a:r>
              <a:rPr lang="en-US" sz="1200" b="0" dirty="0">
                <a:solidFill>
                  <a:srgbClr val="222222"/>
                </a:solidFill>
                <a:latin typeface="Arial"/>
              </a:rPr>
              <a:t>Agentic value is the loop: tools, a goal, a guardrail. Not a longer prompt. The book stays the authority. The agents do the reading and write one stage.</a:t>
            </a:r>
            <a:endParaRPr lang="en-US"/>
          </a:p>
          <a:p>
            <a:pPr>
              <a:spcBef>
                <a:spcPts val="800"/>
              </a:spcBef>
            </a:pPr>
            <a:r>
              <a:rPr lang="en-US" sz="1400" b="1" dirty="0">
                <a:solidFill>
                  <a:srgbClr val="158158"/>
                </a:solidFill>
                <a:latin typeface="Arial"/>
              </a:rPr>
              <a:t>What it is worth</a:t>
            </a:r>
            <a:br>
              <a:rPr lang="en-US" sz="1200" b="0" dirty="0">
                <a:solidFill>
                  <a:srgbClr val="222222"/>
                </a:solidFill>
                <a:latin typeface="Arial"/>
              </a:rPr>
            </a:br>
            <a:r>
              <a:rPr lang="en-US" sz="1200" b="0" dirty="0">
                <a:solidFill>
                  <a:srgbClr val="222222"/>
                </a:solidFill>
                <a:latin typeface="Arial"/>
              </a:rPr>
              <a:t>Clean quotes clear. Exceptions land with a person. Finance can replay the hop. The CPQ does not have to be replaced to get that.</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5"/>
          <p:cNvSpPr txBox="1"/>
          <p:nvPr>
            <p:ph type="title"/>
          </p:nvPr>
        </p:nvSpPr>
        <p:spPr>
          <a:xfrm>
            <a:off x="685982" y="1894350"/>
            <a:ext cx="6083100" cy="13548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rPr lang="en"/>
              <a:t>Thank you</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How a confidence score is built</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p>
        </p:txBody>
      </p:sp>
      <p:sp>
        <p:nvSpPr>
          <p:cNvPr id="281" name="Google Shape;281;p29"/>
          <p:cNvSpPr txBox="1"/>
          <p:nvPr>
            <p:ph idx="1" type="subTitle"/>
          </p:nvPr>
        </p:nvSpPr>
        <p:spPr>
          <a:xfrm>
            <a:off x="538200" y="1109575"/>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Discount agent starts at 88</a:t>
            </a:r>
            <a:br>
              <a:rPr lang="en-US" sz="1200" b="0" dirty="0">
                <a:solidFill>
                  <a:srgbClr val="222222"/>
                </a:solidFill>
                <a:latin typeface="Arial"/>
              </a:rPr>
            </a:br>
            <a:r>
              <a:rPr lang="en-US" sz="1200" b="0" dirty="0">
                <a:solidFill>
                  <a:srgbClr val="222222"/>
                </a:solidFill>
                <a:latin typeface="Arial"/>
              </a:rPr>
              <a:t>Then it subtracts: 18 over the standard ceiling, 45 past the exception ceiling, 15 for a jump bigger than the allowed step, 12 over the volume tier, 15 for a small deal above 25%, 10 in the quarter-end window. Clamp 5 to 97. A clean approve cannot fall below 84.</a:t>
            </a:r>
            <a:endParaRPr lang="en-US"/>
          </a:p>
          <a:p>
            <a:pPr>
              <a:spcBef>
                <a:spcPts val="800"/>
              </a:spcBef>
            </a:pPr>
            <a:r>
              <a:rPr lang="en-US" sz="1400" b="1" dirty="0">
                <a:solidFill>
                  <a:srgbClr val="158158"/>
                </a:solidFill>
                <a:latin typeface="Arial"/>
              </a:rPr>
              <a:t>Payment agent starts at 90</a:t>
            </a:r>
            <a:br>
              <a:rPr lang="en-US" sz="1200" b="0" dirty="0">
                <a:solidFill>
                  <a:srgbClr val="222222"/>
                </a:solidFill>
                <a:latin typeface="Arial"/>
              </a:rPr>
            </a:br>
            <a:r>
              <a:rPr lang="en-US" sz="1200" b="0" dirty="0">
                <a:solidFill>
                  <a:srgbClr val="222222"/>
                </a:solidFill>
                <a:latin typeface="Arial"/>
              </a:rPr>
              <a:t>Adjustments: minus 8 acceptable terms, minus 22 elevated, minus 40 high-risk, plus 6 for multi-year prepay, minus 5 or 20 on billing, minus 18 if terms are worse than last year, minus 12 for a large deal with weak terms. Same clamp. A clean approve cannot fall below 85.</a:t>
            </a:r>
            <a:endParaRPr lang="en-US"/>
          </a:p>
          <a:p>
            <a:pPr>
              <a:spcBef>
                <a:spcPts val="800"/>
              </a:spcBef>
            </a:pPr>
            <a:r>
              <a:rPr lang="en-US" sz="1400" b="1" dirty="0">
                <a:solidFill>
                  <a:srgbClr val="158158"/>
                </a:solidFill>
                <a:latin typeface="Arial"/>
              </a:rPr>
              <a:t>Orchestrator</a:t>
            </a:r>
            <a:br>
              <a:rPr lang="en-US" sz="1200" b="0" dirty="0">
                <a:solidFill>
                  <a:srgbClr val="222222"/>
                </a:solidFill>
                <a:latin typeface="Arial"/>
              </a:rPr>
            </a:br>
            <a:r>
              <a:rPr lang="en-US" sz="1200" b="0" dirty="0">
                <a:solidFill>
                  <a:srgbClr val="222222"/>
                </a:solidFill>
                <a:latin typeface="Arial"/>
              </a:rPr>
              <a:t>If either agent holds or rejects, it takes the lower score. If both approve, it is the floor of the average. Northwind is floor of (88 + 90) / 2, which is 89. A note that tried to force Approve caps the score under the threshold.</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What the agents open</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p>
        </p:txBody>
      </p:sp>
      <p:sp>
        <p:nvSpPr>
          <p:cNvPr id="281" name="Google Shape;281;p29"/>
          <p:cNvSpPr txBox="1"/>
          <p:nvPr>
            <p:ph idx="1" type="subTitle"/>
          </p:nvPr>
        </p:nvSpPr>
        <p:spPr>
          <a:xfrm>
            <a:off x="538200" y="1109575"/>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Renewal file</a:t>
            </a:r>
            <a:br>
              <a:rPr lang="en-US" sz="1200" b="0" dirty="0">
                <a:solidFill>
                  <a:srgbClr val="222222"/>
                </a:solidFill>
                <a:latin typeface="Arial"/>
              </a:rPr>
            </a:br>
            <a:r>
              <a:rPr lang="en-US" sz="1200" b="0" dirty="0">
                <a:solidFill>
                  <a:srgbClr val="222222"/>
                </a:solidFill>
                <a:latin typeface="Arial"/>
              </a:rPr>
              <a:t>Closed discount years, terms, billing, and ACV. Northwind stepped 15, 16, 17. Credit and dues: on-time rate, DSO, overdue balance. Harbor has $18,400 past due. Multi-year contracts: Sable is a 36-month prepay against a 12-month history.</a:t>
            </a:r>
            <a:endParaRPr lang="en-US"/>
          </a:p>
          <a:p>
            <a:pPr>
              <a:spcBef>
                <a:spcPts val="800"/>
              </a:spcBef>
            </a:pPr>
            <a:r>
              <a:rPr lang="en-US" sz="1400" b="1" dirty="0">
                <a:solidFill>
                  <a:srgbClr val="158158"/>
                </a:solidFill>
                <a:latin typeface="Arial"/>
              </a:rPr>
              <a:t>New-business file</a:t>
            </a:r>
            <a:br>
              <a:rPr lang="en-US" sz="1200" b="0" dirty="0">
                <a:solidFill>
                  <a:srgbClr val="222222"/>
                </a:solidFill>
                <a:latin typeface="Arial"/>
              </a:rPr>
            </a:br>
            <a:r>
              <a:rPr lang="en-US" sz="1200" b="0" dirty="0">
                <a:solidFill>
                  <a:srgbClr val="222222"/>
                </a:solidFill>
                <a:latin typeface="Arial"/>
              </a:rPr>
              <a:t>No installed discount and no invoices. The discount agent uses recent peer wins in that segment, then the new-business band. Lumen sits with peers at 19 to 22. Copperline and Kite sit far outside.</a:t>
            </a:r>
            <a:endParaRPr lang="en-US"/>
          </a:p>
          <a:p>
            <a:pPr>
              <a:spcBef>
                <a:spcPts val="800"/>
              </a:spcBef>
            </a:pPr>
            <a:r>
              <a:rPr lang="en-US" sz="1400" b="1" dirty="0">
                <a:solidFill>
                  <a:srgbClr val="158158"/>
                </a:solidFill>
                <a:latin typeface="Arial"/>
              </a:rPr>
              <a:t>Not a source</a:t>
            </a:r>
            <a:br>
              <a:rPr lang="en-US" sz="1200" b="0" dirty="0">
                <a:solidFill>
                  <a:srgbClr val="222222"/>
                </a:solidFill>
                <a:latin typeface="Arial"/>
              </a:rPr>
            </a:br>
            <a:r>
              <a:rPr lang="en-US" sz="1200" b="0" dirty="0">
                <a:solidFill>
                  <a:srgbClr val="222222"/>
                </a:solidFill>
                <a:latin typeface="Arial"/>
              </a:rPr>
              <a:t>Quote notes are visible to people. They are not a data source for the label. Show agent reasoning lists the live books, the file, and the cited rule.</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Roadmap</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
            </a:r>
            <a:endParaRPr/>
          </a:p>
        </p:txBody>
      </p:sp>
      <p:sp>
        <p:nvSpPr>
          <p:cNvPr id="281" name="Google Shape;281;p29"/>
          <p:cNvSpPr txBox="1"/>
          <p:nvPr>
            <p:ph idx="1" type="subTitle"/>
          </p:nvPr>
        </p:nvSpPr>
        <p:spPr>
          <a:xfrm>
            <a:off x="538200" y="1109575"/>
            <a:ext cx="8067600" cy="3759300"/>
          </a:xfrm>
          <a:prstGeom prst="rect">
            <a:avLst/>
          </a:prstGeom>
        </p:spPr>
        <p:txBody>
          <a:bodyPr anchorCtr="0" anchor="t" bIns="68575" lIns="68575" spcFirstLastPara="1" rIns="68575" wrap="square" tIns="68575">
            <a:normAutofit/>
          </a:bodyPr>
          <a:lstStyle/>
          <a:p>
            <a:pPr/>
            <a:r>
              <a:rPr lang="en-US" sz="1400" b="1" dirty="0">
                <a:solidFill>
                  <a:srgbClr val="158158"/>
                </a:solidFill>
                <a:latin typeface="Arial"/>
              </a:rPr>
              <a:t>Now</a:t>
            </a:r>
            <a:br>
              <a:rPr lang="en-US" sz="1200" b="0" dirty="0">
                <a:solidFill>
                  <a:srgbClr val="222222"/>
                </a:solidFill>
                <a:latin typeface="Arial"/>
              </a:rPr>
            </a:br>
            <a:r>
              <a:rPr lang="en-US" sz="1200" b="0" dirty="0">
                <a:solidFill>
                  <a:srgbClr val="222222"/>
                </a:solidFill>
                <a:latin typeface="Arial"/>
              </a:rPr>
              <a:t>Live demo: Quotes, Approvals, Policy console, Agents tab, Golden set, Langfuse. Three agents. Versioned books. Assignment with a named owner and an SLA.</a:t>
            </a:r>
            <a:endParaRPr lang="en-US"/>
          </a:p>
          <a:p>
            <a:pPr>
              <a:spcBef>
                <a:spcPts val="800"/>
              </a:spcBef>
            </a:pPr>
            <a:r>
              <a:rPr lang="en-US" sz="1400" b="1" dirty="0">
                <a:solidFill>
                  <a:srgbClr val="158158"/>
                </a:solidFill>
                <a:latin typeface="Arial"/>
              </a:rPr>
              <a:t>Next</a:t>
            </a:r>
            <a:br>
              <a:rPr lang="en-US" sz="1200" b="0" dirty="0">
                <a:solidFill>
                  <a:srgbClr val="222222"/>
                </a:solidFill>
                <a:latin typeface="Arial"/>
              </a:rPr>
            </a:br>
            <a:r>
              <a:rPr lang="en-US" sz="1200" b="0" dirty="0">
                <a:solidFill>
                  <a:srgbClr val="222222"/>
                </a:solidFill>
                <a:latin typeface="Arial"/>
              </a:rPr>
              <a:t>Wire write-back to a real Salesforce queue or DealHub group. Add a legal-terms agent on the same graph. Customer-specific policy packs beyond Helio and Northstar.</a:t>
            </a:r>
            <a:endParaRPr lang="en-US"/>
          </a:p>
          <a:p>
            <a:pPr>
              <a:spcBef>
                <a:spcPts val="800"/>
              </a:spcBef>
            </a:pPr>
            <a:r>
              <a:rPr lang="en-US" sz="1400" b="1" dirty="0">
                <a:solidFill>
                  <a:srgbClr val="158158"/>
                </a:solidFill>
                <a:latin typeface="Arial"/>
              </a:rPr>
              <a:t>Later</a:t>
            </a:r>
            <a:br>
              <a:rPr lang="en-US" sz="1200" b="0" dirty="0">
                <a:solidFill>
                  <a:srgbClr val="222222"/>
                </a:solidFill>
                <a:latin typeface="Arial"/>
              </a:rPr>
            </a:br>
            <a:r>
              <a:rPr lang="en-US" sz="1200" b="0" dirty="0">
                <a:solidFill>
                  <a:srgbClr val="222222"/>
                </a:solidFill>
                <a:latin typeface="Arial"/>
              </a:rPr>
              <a:t>Usage-commit and renewal-risk agents. Judge misses become golden rows. Threshold and queues stay configuration, owned by RevOps.</a:t>
            </a:r>
            <a:endParaRPr lang="en-US"/>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PL Theme 2.1">
  <a:themeElements>
    <a:clrScheme name="Simple Light">
      <a:dk1>
        <a:srgbClr val="226F3E"/>
      </a:dk1>
      <a:lt1>
        <a:srgbClr val="FFFFFF"/>
      </a:lt1>
      <a:dk2>
        <a:srgbClr val="141414"/>
      </a:dk2>
      <a:lt2>
        <a:srgbClr val="47A43D"/>
      </a:lt2>
      <a:accent1>
        <a:srgbClr val="226F3E"/>
      </a:accent1>
      <a:accent2>
        <a:srgbClr val="4E4D4E"/>
      </a:accent2>
      <a:accent3>
        <a:srgbClr val="900000"/>
      </a:accent3>
      <a:accent4>
        <a:srgbClr val="F1B416"/>
      </a:accent4>
      <a:accent5>
        <a:srgbClr val="FF6501"/>
      </a:accent5>
      <a:accent6>
        <a:srgbClr val="3F51B5"/>
      </a:accent6>
      <a:hlink>
        <a:srgbClr val="DFDD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