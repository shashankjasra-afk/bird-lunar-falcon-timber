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What is live today and what the next pack adds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32004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737360"/>
            <a:ext cx="5303520" cy="40233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(Orchestrator, Discount, Payment) ordered by LangGraph. Nine-quote golden set owned by RevOps — currently 9 of 9 match. Langfuse traces every hop: plan, two specialists, combine, guardrail. Scores: label_match and note_ignored. Escalate names a person and an SLA that resolves to SFDC:Finance or a DealHub group. Seller keeps Sent, Signed, and Converted. The hop reads closed years, peers, and receivables. It writes one cited label.</a:t>
            </a:r>
            <a:endParaRPr lang="en-US" sz="1200" dirty="0"/>
          </a:p>
        </p:txBody>
      </p:sp>
      <p:sp>
        <p:nvSpPr>
          <p:cNvPr id="9" name="Shape 7"/>
          <p:cNvSpPr/>
          <p:nvPr/>
        </p:nvSpPr>
        <p:spPr>
          <a:xfrm>
            <a:off x="6217920" y="1143000"/>
            <a:ext cx="5669280" cy="4937760"/>
          </a:xfrm>
          <a:prstGeom prst="roundRect">
            <a:avLst>
              <a:gd name="adj" fmla="val 1852"/>
            </a:avLst>
          </a:prstGeom>
          <a:solidFill>
            <a:srgbClr val="141416"/>
          </a:solidFill>
          <a:ln/>
        </p:spPr>
      </p:sp>
      <p:sp>
        <p:nvSpPr>
          <p:cNvPr id="10" name="Shape 8"/>
          <p:cNvSpPr/>
          <p:nvPr/>
        </p:nvSpPr>
        <p:spPr>
          <a:xfrm>
            <a:off x="6217920" y="1143000"/>
            <a:ext cx="109728" cy="4937760"/>
          </a:xfrm>
          <a:prstGeom prst="rect">
            <a:avLst/>
          </a:prstGeom>
          <a:solidFill>
            <a:srgbClr val="2F6A4F"/>
          </a:solidFill>
          <a:ln/>
        </p:spPr>
      </p:sp>
      <p:sp>
        <p:nvSpPr>
          <p:cNvPr id="11" name="Text 9"/>
          <p:cNvSpPr/>
          <p:nvPr/>
        </p:nvSpPr>
        <p:spPr>
          <a:xfrm>
            <a:off x="6446520" y="1280160"/>
            <a:ext cx="5212080" cy="32004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2" name="Text 10"/>
          <p:cNvSpPr/>
          <p:nvPr/>
        </p:nvSpPr>
        <p:spPr>
          <a:xfrm>
            <a:off x="6446520" y="1737360"/>
            <a:ext cx="5212080" cy="40233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What can join the graph, and what must not change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32004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737360"/>
            <a:ext cx="5303520" cy="40233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9" name="Shape 7"/>
          <p:cNvSpPr/>
          <p:nvPr/>
        </p:nvSpPr>
        <p:spPr>
          <a:xfrm>
            <a:off x="6217920" y="1143000"/>
            <a:ext cx="5669280" cy="4937760"/>
          </a:xfrm>
          <a:prstGeom prst="roundRect">
            <a:avLst>
              <a:gd name="adj" fmla="val 1852"/>
            </a:avLst>
          </a:prstGeom>
          <a:solidFill>
            <a:srgbClr val="141416"/>
          </a:solidFill>
          <a:ln/>
        </p:spPr>
      </p:sp>
      <p:sp>
        <p:nvSpPr>
          <p:cNvPr id="10" name="Shape 8"/>
          <p:cNvSpPr/>
          <p:nvPr/>
        </p:nvSpPr>
        <p:spPr>
          <a:xfrm>
            <a:off x="6217920" y="1143000"/>
            <a:ext cx="109728" cy="4937760"/>
          </a:xfrm>
          <a:prstGeom prst="rect">
            <a:avLst/>
          </a:prstGeom>
          <a:solidFill>
            <a:srgbClr val="FF3D6E"/>
          </a:solidFill>
          <a:ln/>
        </p:spPr>
      </p:sp>
      <p:sp>
        <p:nvSpPr>
          <p:cNvPr id="11" name="Text 9"/>
          <p:cNvSpPr/>
          <p:nvPr/>
        </p:nvSpPr>
        <p:spPr>
          <a:xfrm>
            <a:off x="6446520" y="1280160"/>
            <a:ext cx="5212080" cy="320040"/>
          </a:xfrm>
          <a:prstGeom prst="rect">
            <a:avLst/>
          </a:prstGeom>
          <a:noFill/>
          <a:ln/>
        </p:spPr>
        <p:txBody>
          <a:bodyPr wrap="square" rtlCol="0" anchor="ctr"/>
          <a:lstStyle/>
          <a:p>
            <a:pPr indent="0" marL="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2" name="Text 10"/>
          <p:cNvSpPr/>
          <p:nvPr/>
        </p:nvSpPr>
        <p:spPr>
          <a:xfrm>
            <a:off x="6446520" y="1737360"/>
            <a:ext cx="5212080" cy="40233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Roadmap &amp; Ethical Considerations — Detailed</dc:title>
  <dc:subject>PptxGenJS Presentation</dc:subject>
  <dc:creator>Shashank Jasra</dc:creator>
  <cp:lastModifiedBy>Shashank Jasra</cp:lastModifiedBy>
  <cp:revision>1</cp:revision>
  <dcterms:created xsi:type="dcterms:W3CDTF">2026-10-30T15:20:58Z</dcterms:created>
  <dcterms:modified xsi:type="dcterms:W3CDTF">2026-10-30T15:20:58Z</dcterms:modified>
</cp:coreProperties>
</file>