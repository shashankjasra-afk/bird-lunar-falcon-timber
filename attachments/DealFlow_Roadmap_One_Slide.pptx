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1463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Now, next, later, and what never changes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pointers. No quote examples. Slack is the human channel, not a second write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2871216" cy="4315968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9264"/>
            <a:ext cx="2871216" cy="73152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155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1719072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664208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versioned books, owned by RevOps, confirmed before the pilot.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" y="2395728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3408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first. Auto-approve only above the confidence 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" y="3072384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30175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is the release gate. Owned by RevOps.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3749040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69417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is traced. Escalate names a person and an SLA.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" y="4425696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43708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keeps every stage after Approved.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6976" y="969264"/>
            <a:ext cx="2871216" cy="4315968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6976" y="969264"/>
            <a:ext cx="2871216" cy="73152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11155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64992" y="13533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1719072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1664208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customer pack. First tenant's ceilings stay untouched.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395728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3408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switch changes the next hop. Closed decisions stay closed.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072384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0175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sits beside a live CPQ webhook. Assignment resolves to live queues.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3749040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69417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posts Escalate and Reject to the assigned queue: reason, SLA, citation.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425696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43708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does not ping. A Slack reply is not a write-back.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969264"/>
            <a:ext cx="2871216" cy="4315968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969264"/>
            <a:ext cx="2871216" cy="73152"/>
          </a:xfrm>
          <a:prstGeom prst="rect">
            <a:avLst/>
          </a:prstGeom>
          <a:solidFill>
            <a:srgbClr val="3D5A6C"/>
          </a:solidFill>
          <a:ln/>
        </p:spPr>
      </p:sp>
      <p:sp>
        <p:nvSpPr>
          <p:cNvPr id="36" name="Text 34"/>
          <p:cNvSpPr/>
          <p:nvPr/>
        </p:nvSpPr>
        <p:spPr>
          <a:xfrm>
            <a:off x="6345936" y="11155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5936" y="13533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64224" y="1719072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39" name="Text 37"/>
          <p:cNvSpPr/>
          <p:nvPr/>
        </p:nvSpPr>
        <p:spPr>
          <a:xfrm>
            <a:off x="6547104" y="1664208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specialists join the same graph.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64224" y="2395728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1" name="Text 39"/>
          <p:cNvSpPr/>
          <p:nvPr/>
        </p:nvSpPr>
        <p:spPr>
          <a:xfrm>
            <a:off x="6547104" y="23408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still waits. Stricter label still wins. One write-back.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64224" y="3072384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3" name="Text 41"/>
          <p:cNvSpPr/>
          <p:nvPr/>
        </p:nvSpPr>
        <p:spPr>
          <a:xfrm>
            <a:off x="6547104" y="30175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agents cite a versioned book owned by a human.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64224" y="3749040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5" name="Text 43"/>
          <p:cNvSpPr/>
          <p:nvPr/>
        </p:nvSpPr>
        <p:spPr>
          <a:xfrm>
            <a:off x="6547104" y="369417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stay evidence. They are never instructions.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64224" y="4425696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7" name="Text 45"/>
          <p:cNvSpPr/>
          <p:nvPr/>
        </p:nvSpPr>
        <p:spPr>
          <a:xfrm>
            <a:off x="6547104" y="43708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 on a new specialist becomes a new golden row.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98864" y="969264"/>
            <a:ext cx="2871216" cy="4315968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98864" y="969264"/>
            <a:ext cx="2871216" cy="73152"/>
          </a:xfrm>
          <a:prstGeom prst="rect">
            <a:avLst/>
          </a:prstGeom>
          <a:solidFill>
            <a:srgbClr val="9A3D3D"/>
          </a:solidFill>
          <a:ln/>
        </p:spPr>
      </p:sp>
      <p:sp>
        <p:nvSpPr>
          <p:cNvPr id="50" name="Text 48"/>
          <p:cNvSpPr/>
          <p:nvPr/>
        </p:nvSpPr>
        <p:spPr>
          <a:xfrm>
            <a:off x="9326880" y="11155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26880" y="13533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345168" y="1719072"/>
            <a:ext cx="109728" cy="109728"/>
          </a:xfrm>
          <a:prstGeom prst="ellipse">
            <a:avLst/>
          </a:prstGeom>
          <a:solidFill>
            <a:srgbClr val="9A3D3D"/>
          </a:solidFill>
          <a:ln/>
        </p:spPr>
      </p:sp>
      <p:sp>
        <p:nvSpPr>
          <p:cNvPr id="53" name="Text 51"/>
          <p:cNvSpPr/>
          <p:nvPr/>
        </p:nvSpPr>
        <p:spPr>
          <a:xfrm>
            <a:off x="9528048" y="1664208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send, sign, or convert.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45168" y="2395728"/>
            <a:ext cx="109728" cy="109728"/>
          </a:xfrm>
          <a:prstGeom prst="ellipse">
            <a:avLst/>
          </a:prstGeom>
          <a:solidFill>
            <a:srgbClr val="9A3D3D"/>
          </a:solidFill>
          <a:ln/>
        </p:spPr>
      </p:sp>
      <p:sp>
        <p:nvSpPr>
          <p:cNvPr id="55" name="Text 53"/>
          <p:cNvSpPr/>
          <p:nvPr/>
        </p:nvSpPr>
        <p:spPr>
          <a:xfrm>
            <a:off x="9528048" y="23408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cannot force Approve. A missing citation cannot clear.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345168" y="3072384"/>
            <a:ext cx="109728" cy="109728"/>
          </a:xfrm>
          <a:prstGeom prst="ellipse">
            <a:avLst/>
          </a:prstGeom>
          <a:solidFill>
            <a:srgbClr val="9A3D3D"/>
          </a:solidFill>
          <a:ln/>
        </p:spPr>
      </p:sp>
      <p:sp>
        <p:nvSpPr>
          <p:cNvPr id="57" name="Text 55"/>
          <p:cNvSpPr/>
          <p:nvPr/>
        </p:nvSpPr>
        <p:spPr>
          <a:xfrm>
            <a:off x="9528048" y="30175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cannot force Approve. It is a notice and a reply surface.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345168" y="3749040"/>
            <a:ext cx="109728" cy="109728"/>
          </a:xfrm>
          <a:prstGeom prst="ellipse">
            <a:avLst/>
          </a:prstGeom>
          <a:solidFill>
            <a:srgbClr val="9A3D3D"/>
          </a:solidFill>
          <a:ln/>
        </p:spPr>
      </p:sp>
      <p:sp>
        <p:nvSpPr>
          <p:cNvPr id="59" name="Text 57"/>
          <p:cNvSpPr/>
          <p:nvPr/>
        </p:nvSpPr>
        <p:spPr>
          <a:xfrm>
            <a:off x="9528048" y="369417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tenant's ceiling is not another's. This is not a CPQ.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345168" y="4425696"/>
            <a:ext cx="109728" cy="109728"/>
          </a:xfrm>
          <a:prstGeom prst="ellipse">
            <a:avLst/>
          </a:prstGeom>
          <a:solidFill>
            <a:srgbClr val="9A3D3D"/>
          </a:solidFill>
          <a:ln/>
        </p:spPr>
      </p:sp>
      <p:sp>
        <p:nvSpPr>
          <p:cNvPr id="61" name="Text 59"/>
          <p:cNvSpPr/>
          <p:nvPr/>
        </p:nvSpPr>
        <p:spPr>
          <a:xfrm>
            <a:off x="9528048" y="437083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always names a person and an SLA. The golden set stays the gate.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6032" y="5394960"/>
            <a:ext cx="11667744" cy="1005840"/>
          </a:xfrm>
          <a:prstGeom prst="roundRect">
            <a:avLst>
              <a:gd name="adj" fmla="val 5455"/>
            </a:avLst>
          </a:prstGeom>
          <a:solidFill>
            <a:srgbClr val="0E1A24"/>
          </a:solidFill>
          <a:ln/>
        </p:spPr>
      </p:sp>
      <p:sp>
        <p:nvSpPr>
          <p:cNvPr id="63" name="Text 61"/>
          <p:cNvSpPr/>
          <p:nvPr/>
        </p:nvSpPr>
        <p:spPr>
          <a:xfrm>
            <a:off x="420624" y="548640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IS A CHANNEL, NOT A DECISION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20624" y="5705856"/>
            <a:ext cx="11247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quarter, Escalate and Reject post to the assigned queue's Slack channel with the reason, the SLA, and the policy citation. Approve stays quiet. A reply in Slack is a human note. It does not write the stage. The same guardrail still applies: a note cannot produce Approve, and agents still cannot write Sent, Signed, or Converted.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1A24"/>
          </a:solidFill>
          <a:ln/>
        </p:spPr>
      </p:sp>
      <p:sp>
        <p:nvSpPr>
          <p:cNvPr id="66" name="Text 64"/>
          <p:cNvSpPr/>
          <p:nvPr/>
        </p:nvSpPr>
        <p:spPr>
          <a:xfrm>
            <a:off x="292608" y="66202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Approval Agents  ·  github.com/shashankjasra-afk/bird-lunar-falcon-timber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607040" y="6620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</dc:title>
  <dc:subject>One-slide roadmap. Functional pointers. Slack as the human channel.</dc:subject>
  <dc:creator>DealFlow Approval Agents</dc:creator>
  <cp:lastModifiedBy>DealFlow Approval Agents</cp:lastModifiedBy>
  <cp:revision>1</cp:revision>
  <dcterms:created xsi:type="dcterms:W3CDTF">2026-10-30T17:47:53Z</dcterms:created>
  <dcterms:modified xsi:type="dcterms:W3CDTF">2026-10-30T17:47:53Z</dcterms:modified>
</cp:coreProperties>
</file>