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Poppins"/>
      <p:regular r:id="rId30"/>
      <p:bold r:id="rId31"/>
      <p:italic r:id="rId32"/>
      <p:boldItalic r:id="rId33"/>
    </p:embeddedFont>
    <p:embeddedFont>
      <p:font typeface="Poppins Medium"/>
      <p:regular r:id="rId34"/>
      <p:bold r:id="rId35"/>
      <p:italic r:id="rId36"/>
      <p:boldItalic r:id="rId37"/>
    </p:embeddedFont>
    <p:embeddedFont>
      <p:font typeface="Oswald SemiBold"/>
      <p:regular r:id="rId38"/>
      <p:bold r:id="rId39"/>
    </p:embeddedFont>
    <p:embeddedFont>
      <p:font typeface="Poppins SemiBold"/>
      <p:regular r:id="rId40"/>
      <p:bold r:id="rId41"/>
      <p:italic r:id="rId42"/>
      <p:boldItalic r:id="rId43"/>
    </p:embeddedFont>
    <p:embeddedFont>
      <p:font typeface="Oswald"/>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regular.fntdata"/><Relationship Id="rId20" Type="http://schemas.openxmlformats.org/officeDocument/2006/relationships/slide" Target="slides/slide15.xml"/><Relationship Id="rId42" Type="http://schemas.openxmlformats.org/officeDocument/2006/relationships/font" Target="fonts/PoppinsSemiBold-italic.fntdata"/><Relationship Id="rId41" Type="http://schemas.openxmlformats.org/officeDocument/2006/relationships/font" Target="fonts/PoppinsSemiBold-bold.fntdata"/><Relationship Id="rId22" Type="http://schemas.openxmlformats.org/officeDocument/2006/relationships/slide" Target="slides/slide17.xml"/><Relationship Id="rId44" Type="http://schemas.openxmlformats.org/officeDocument/2006/relationships/font" Target="fonts/Oswald-regular.fntdata"/><Relationship Id="rId21" Type="http://schemas.openxmlformats.org/officeDocument/2006/relationships/slide" Target="slides/slide16.xml"/><Relationship Id="rId43" Type="http://schemas.openxmlformats.org/officeDocument/2006/relationships/font" Target="fonts/PoppinsSemiBold-boldItalic.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Oswa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6.xml"/><Relationship Id="rId33" Type="http://schemas.openxmlformats.org/officeDocument/2006/relationships/font" Target="fonts/Poppins-boldItalic.fntdata"/><Relationship Id="rId10" Type="http://schemas.openxmlformats.org/officeDocument/2006/relationships/slide" Target="slides/slide5.xml"/><Relationship Id="rId32" Type="http://schemas.openxmlformats.org/officeDocument/2006/relationships/font" Target="fonts/Poppins-italic.fntdata"/><Relationship Id="rId13" Type="http://schemas.openxmlformats.org/officeDocument/2006/relationships/slide" Target="slides/slide8.xml"/><Relationship Id="rId35" Type="http://schemas.openxmlformats.org/officeDocument/2006/relationships/font" Target="fonts/PoppinsMedium-bold.fntdata"/><Relationship Id="rId12" Type="http://schemas.openxmlformats.org/officeDocument/2006/relationships/slide" Target="slides/slide7.xml"/><Relationship Id="rId34" Type="http://schemas.openxmlformats.org/officeDocument/2006/relationships/font" Target="fonts/PoppinsMedium-regular.fntdata"/><Relationship Id="rId15" Type="http://schemas.openxmlformats.org/officeDocument/2006/relationships/slide" Target="slides/slide10.xml"/><Relationship Id="rId37" Type="http://schemas.openxmlformats.org/officeDocument/2006/relationships/font" Target="fonts/PoppinsMedium-boldItalic.fntdata"/><Relationship Id="rId14" Type="http://schemas.openxmlformats.org/officeDocument/2006/relationships/slide" Target="slides/slide9.xml"/><Relationship Id="rId36" Type="http://schemas.openxmlformats.org/officeDocument/2006/relationships/font" Target="fonts/PoppinsMedium-italic.fntdata"/><Relationship Id="rId17" Type="http://schemas.openxmlformats.org/officeDocument/2006/relationships/slide" Target="slides/slide12.xml"/><Relationship Id="rId39" Type="http://schemas.openxmlformats.org/officeDocument/2006/relationships/font" Target="fonts/OswaldSemiBold-bold.fntdata"/><Relationship Id="rId16" Type="http://schemas.openxmlformats.org/officeDocument/2006/relationships/slide" Target="slides/slide11.xml"/><Relationship Id="rId38" Type="http://schemas.openxmlformats.org/officeDocument/2006/relationships/font" Target="fonts/OswaldSemiBol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3282c132cb_2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3282c132cb_2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856c791b6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856c791b6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3bd242c5ab_4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3bd242c5ab_4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56c791b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56c791b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56c791b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56c791b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6c4ebd5f2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6c4ebd5f2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56b823d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856b823d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3bd242c5ab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3bd242c5ab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6c4ebd5f2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6c4ebd5f2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c4ebd5f2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6c4ebd5f2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6c4ebd5f2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6c4ebd5f2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c4ebd5f2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6c4ebd5f2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d6e9a73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d6e9a73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6c4ebd5f2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6c4ebd5f2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c4ebd5f2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6c4ebd5f2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8e5359f9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8e5359f9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8e5359f91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8e5359f91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8e5359f91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8e5359f91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8e5359f91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8e5359f91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8e5359f91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8e5359f91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e5359f91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8e5359f91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8e5359f91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8e5359f91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8e5359f91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8e5359f91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3bd242c5ab_4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3bd242c5ab_4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rgbClr val="FFFFFF"/>
        </a:solidFill>
      </p:bgPr>
    </p:bg>
    <p:spTree>
      <p:nvGrpSpPr>
        <p:cNvPr id="10" name="Shape 10"/>
        <p:cNvGrpSpPr/>
        <p:nvPr/>
      </p:nvGrpSpPr>
      <p:grpSpPr>
        <a:xfrm>
          <a:off x="0" y="0"/>
          <a:ext cx="0" cy="0"/>
          <a:chOff x="0" y="0"/>
          <a:chExt cx="0" cy="0"/>
        </a:xfrm>
      </p:grpSpPr>
      <p:sp>
        <p:nvSpPr>
          <p:cNvPr id="11" name="Google Shape;11;p2"/>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 name="Google Shape;12;p2"/>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3" name="Google Shape;13;p2"/>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 name="Google Shape;14;p2"/>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 name="Google Shape;15;p2"/>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 name="Google Shape;16;p2"/>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7" name="Google Shape;17;p2"/>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8" name="Google Shape;18;p2"/>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rotWithShape="1">
          <a:blip r:embed="rId2">
            <a:alphaModFix/>
          </a:blip>
          <a:srcRect b="0" l="0" r="0" t="0"/>
          <a:stretch/>
        </p:blipFill>
        <p:spPr>
          <a:xfrm>
            <a:off x="1772561" y="1856677"/>
            <a:ext cx="5598881" cy="143014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8_1">
    <p:bg>
      <p:bgPr>
        <a:solidFill>
          <a:srgbClr val="FFFFFF"/>
        </a:solidFill>
      </p:bgPr>
    </p:bg>
    <p:spTree>
      <p:nvGrpSpPr>
        <p:cNvPr id="20" name="Shape 20"/>
        <p:cNvGrpSpPr/>
        <p:nvPr/>
      </p:nvGrpSpPr>
      <p:grpSpPr>
        <a:xfrm>
          <a:off x="0" y="0"/>
          <a:ext cx="0" cy="0"/>
          <a:chOff x="0" y="0"/>
          <a:chExt cx="0" cy="0"/>
        </a:xfrm>
      </p:grpSpPr>
      <p:sp>
        <p:nvSpPr>
          <p:cNvPr id="21" name="Google Shape;21;p3"/>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 name="Google Shape;22;p3"/>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 name="Google Shape;23;p3"/>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4" name="Google Shape;24;p3"/>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5" name="Google Shape;25;p3"/>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6" name="Google Shape;26;p3"/>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27" name="Google Shape;27;p3"/>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8" name="Google Shape;28;p3"/>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9" name="Google Shape;29;p3"/>
          <p:cNvSpPr txBox="1"/>
          <p:nvPr>
            <p:ph type="title"/>
          </p:nvPr>
        </p:nvSpPr>
        <p:spPr>
          <a:xfrm>
            <a:off x="450869" y="2306231"/>
            <a:ext cx="7931700" cy="785100"/>
          </a:xfrm>
          <a:prstGeom prst="rect">
            <a:avLst/>
          </a:prstGeom>
          <a:noFill/>
          <a:ln>
            <a:noFill/>
          </a:ln>
        </p:spPr>
        <p:txBody>
          <a:bodyPr anchorCtr="0" anchor="b" bIns="68575" lIns="68575" spcFirstLastPara="1" rIns="68575" wrap="square" tIns="68575">
            <a:noAutofit/>
          </a:bodyPr>
          <a:lstStyle>
            <a:lvl1pPr lvl="0" algn="l">
              <a:lnSpc>
                <a:spcPct val="100000"/>
              </a:lnSpc>
              <a:spcBef>
                <a:spcPts val="0"/>
              </a:spcBef>
              <a:spcAft>
                <a:spcPts val="0"/>
              </a:spcAft>
              <a:buClr>
                <a:schemeClr val="dk1"/>
              </a:buClr>
              <a:buSzPts val="3000"/>
              <a:buFont typeface="Oswald"/>
              <a:buNone/>
              <a:defRPr b="1">
                <a:solidFill>
                  <a:schemeClr val="dk1"/>
                </a:solidFill>
                <a:latin typeface="Oswald"/>
                <a:ea typeface="Oswald"/>
                <a:cs typeface="Oswald"/>
                <a:sym typeface="Oswald"/>
              </a:defRPr>
            </a:lvl1pPr>
            <a:lvl2pPr lvl="1" algn="l">
              <a:lnSpc>
                <a:spcPct val="100000"/>
              </a:lnSpc>
              <a:spcBef>
                <a:spcPts val="0"/>
              </a:spcBef>
              <a:spcAft>
                <a:spcPts val="0"/>
              </a:spcAft>
              <a:buSzPts val="3300"/>
              <a:buFont typeface="Oswald"/>
              <a:buNone/>
              <a:defRPr b="1" sz="3300">
                <a:latin typeface="Oswald"/>
                <a:ea typeface="Oswald"/>
                <a:cs typeface="Oswald"/>
                <a:sym typeface="Oswald"/>
              </a:defRPr>
            </a:lvl2pPr>
            <a:lvl3pPr lvl="2" algn="l">
              <a:lnSpc>
                <a:spcPct val="100000"/>
              </a:lnSpc>
              <a:spcBef>
                <a:spcPts val="0"/>
              </a:spcBef>
              <a:spcAft>
                <a:spcPts val="0"/>
              </a:spcAft>
              <a:buSzPts val="3300"/>
              <a:buFont typeface="Oswald"/>
              <a:buNone/>
              <a:defRPr b="1" sz="3300">
                <a:latin typeface="Oswald"/>
                <a:ea typeface="Oswald"/>
                <a:cs typeface="Oswald"/>
                <a:sym typeface="Oswald"/>
              </a:defRPr>
            </a:lvl3pPr>
            <a:lvl4pPr lvl="3" algn="l">
              <a:lnSpc>
                <a:spcPct val="100000"/>
              </a:lnSpc>
              <a:spcBef>
                <a:spcPts val="0"/>
              </a:spcBef>
              <a:spcAft>
                <a:spcPts val="0"/>
              </a:spcAft>
              <a:buSzPts val="3300"/>
              <a:buFont typeface="Oswald"/>
              <a:buNone/>
              <a:defRPr b="1" sz="3300">
                <a:latin typeface="Oswald"/>
                <a:ea typeface="Oswald"/>
                <a:cs typeface="Oswald"/>
                <a:sym typeface="Oswald"/>
              </a:defRPr>
            </a:lvl4pPr>
            <a:lvl5pPr lvl="4" algn="l">
              <a:lnSpc>
                <a:spcPct val="100000"/>
              </a:lnSpc>
              <a:spcBef>
                <a:spcPts val="0"/>
              </a:spcBef>
              <a:spcAft>
                <a:spcPts val="0"/>
              </a:spcAft>
              <a:buSzPts val="3300"/>
              <a:buFont typeface="Oswald"/>
              <a:buNone/>
              <a:defRPr b="1" sz="3300">
                <a:latin typeface="Oswald"/>
                <a:ea typeface="Oswald"/>
                <a:cs typeface="Oswald"/>
                <a:sym typeface="Oswald"/>
              </a:defRPr>
            </a:lvl5pPr>
            <a:lvl6pPr lvl="5" algn="l">
              <a:lnSpc>
                <a:spcPct val="100000"/>
              </a:lnSpc>
              <a:spcBef>
                <a:spcPts val="0"/>
              </a:spcBef>
              <a:spcAft>
                <a:spcPts val="0"/>
              </a:spcAft>
              <a:buSzPts val="3300"/>
              <a:buFont typeface="Oswald"/>
              <a:buNone/>
              <a:defRPr b="1" sz="3300">
                <a:latin typeface="Oswald"/>
                <a:ea typeface="Oswald"/>
                <a:cs typeface="Oswald"/>
                <a:sym typeface="Oswald"/>
              </a:defRPr>
            </a:lvl6pPr>
            <a:lvl7pPr lvl="6" algn="l">
              <a:lnSpc>
                <a:spcPct val="100000"/>
              </a:lnSpc>
              <a:spcBef>
                <a:spcPts val="0"/>
              </a:spcBef>
              <a:spcAft>
                <a:spcPts val="0"/>
              </a:spcAft>
              <a:buSzPts val="3300"/>
              <a:buFont typeface="Oswald"/>
              <a:buNone/>
              <a:defRPr b="1" sz="3300">
                <a:latin typeface="Oswald"/>
                <a:ea typeface="Oswald"/>
                <a:cs typeface="Oswald"/>
                <a:sym typeface="Oswald"/>
              </a:defRPr>
            </a:lvl7pPr>
            <a:lvl8pPr lvl="7" algn="l">
              <a:lnSpc>
                <a:spcPct val="100000"/>
              </a:lnSpc>
              <a:spcBef>
                <a:spcPts val="0"/>
              </a:spcBef>
              <a:spcAft>
                <a:spcPts val="0"/>
              </a:spcAft>
              <a:buSzPts val="3300"/>
              <a:buFont typeface="Oswald"/>
              <a:buNone/>
              <a:defRPr b="1" sz="3300">
                <a:latin typeface="Oswald"/>
                <a:ea typeface="Oswald"/>
                <a:cs typeface="Oswald"/>
                <a:sym typeface="Oswald"/>
              </a:defRPr>
            </a:lvl8pPr>
            <a:lvl9pPr lvl="8" algn="l">
              <a:lnSpc>
                <a:spcPct val="100000"/>
              </a:lnSpc>
              <a:spcBef>
                <a:spcPts val="0"/>
              </a:spcBef>
              <a:spcAft>
                <a:spcPts val="0"/>
              </a:spcAft>
              <a:buSzPts val="3300"/>
              <a:buFont typeface="Oswald"/>
              <a:buNone/>
              <a:defRPr b="1" sz="3300">
                <a:latin typeface="Oswald"/>
                <a:ea typeface="Oswald"/>
                <a:cs typeface="Oswald"/>
                <a:sym typeface="Oswald"/>
              </a:defRPr>
            </a:lvl9pPr>
          </a:lstStyle>
          <a:p/>
        </p:txBody>
      </p:sp>
      <p:sp>
        <p:nvSpPr>
          <p:cNvPr id="30" name="Google Shape;30;p3"/>
          <p:cNvSpPr txBox="1"/>
          <p:nvPr>
            <p:ph idx="2" type="title"/>
          </p:nvPr>
        </p:nvSpPr>
        <p:spPr>
          <a:xfrm>
            <a:off x="450869" y="3179344"/>
            <a:ext cx="7239000" cy="4389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Clr>
                <a:schemeClr val="dk2"/>
              </a:buClr>
              <a:buSzPts val="1800"/>
              <a:buFont typeface="Poppins Medium"/>
              <a:buNone/>
              <a:defRPr sz="1800">
                <a:solidFill>
                  <a:schemeClr val="dk2"/>
                </a:solidFill>
                <a:latin typeface="Poppins Medium"/>
                <a:ea typeface="Poppins Medium"/>
                <a:cs typeface="Poppins Medium"/>
                <a:sym typeface="Poppins Medium"/>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border 1">
  <p:cSld name="CUSTOM_2_1_1">
    <p:bg>
      <p:bgPr>
        <a:solidFill>
          <a:schemeClr val="dk1"/>
        </a:solidFill>
      </p:bgPr>
    </p:bg>
    <p:spTree>
      <p:nvGrpSpPr>
        <p:cNvPr id="31" name="Shape 31"/>
        <p:cNvGrpSpPr/>
        <p:nvPr/>
      </p:nvGrpSpPr>
      <p:grpSpPr>
        <a:xfrm>
          <a:off x="0" y="0"/>
          <a:ext cx="0" cy="0"/>
          <a:chOff x="0" y="0"/>
          <a:chExt cx="0" cy="0"/>
        </a:xfrm>
      </p:grpSpPr>
      <p:sp>
        <p:nvSpPr>
          <p:cNvPr id="32" name="Google Shape;32;p4"/>
          <p:cNvSpPr/>
          <p:nvPr/>
        </p:nvSpPr>
        <p:spPr>
          <a:xfrm>
            <a:off x="479925"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33" name="Google Shape;33;p4"/>
          <p:cNvSpPr/>
          <p:nvPr/>
        </p:nvSpPr>
        <p:spPr>
          <a:xfrm>
            <a:off x="-154912" y="531038"/>
            <a:ext cx="666600" cy="645900"/>
          </a:xfrm>
          <a:prstGeom prst="homePlate">
            <a:avLst>
              <a:gd fmla="val 50000" name="adj"/>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3A3A3A"/>
              </a:solidFill>
              <a:latin typeface="Oswald"/>
              <a:ea typeface="Oswald"/>
              <a:cs typeface="Oswald"/>
              <a:sym typeface="Oswald"/>
            </a:endParaRPr>
          </a:p>
        </p:txBody>
      </p:sp>
      <p:sp>
        <p:nvSpPr>
          <p:cNvPr id="34" name="Google Shape;34;p4"/>
          <p:cNvSpPr/>
          <p:nvPr/>
        </p:nvSpPr>
        <p:spPr>
          <a:xfrm flipH="1" rot="-8790304">
            <a:off x="7880546" y="-682921"/>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35" name="Google Shape;35;p4"/>
          <p:cNvSpPr/>
          <p:nvPr/>
        </p:nvSpPr>
        <p:spPr>
          <a:xfrm>
            <a:off x="511763"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36" name="Google Shape;36;p4"/>
          <p:cNvSpPr/>
          <p:nvPr/>
        </p:nvSpPr>
        <p:spPr>
          <a:xfrm flipH="1" rot="-8790304">
            <a:off x="4571" y="2887623"/>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37" name="Google Shape;37;p4"/>
          <p:cNvSpPr txBox="1"/>
          <p:nvPr>
            <p:ph idx="12" type="sldNum"/>
          </p:nvPr>
        </p:nvSpPr>
        <p:spPr>
          <a:xfrm>
            <a:off x="8545406" y="4894959"/>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4"/>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39" name="Google Shape;39;p4"/>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40" name="Google Shape;40;p4"/>
          <p:cNvSpPr txBox="1"/>
          <p:nvPr>
            <p:ph type="title"/>
          </p:nvPr>
        </p:nvSpPr>
        <p:spPr>
          <a:xfrm>
            <a:off x="813025" y="1694225"/>
            <a:ext cx="4251300" cy="1416300"/>
          </a:xfrm>
          <a:prstGeom prst="rect">
            <a:avLst/>
          </a:prstGeom>
          <a:noFill/>
          <a:ln>
            <a:noFill/>
          </a:ln>
        </p:spPr>
        <p:txBody>
          <a:bodyPr anchorCtr="0" anchor="b" bIns="68575" lIns="68575" spcFirstLastPara="1" rIns="68575" wrap="square" tIns="68575">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1" name="Google Shape;41;p4"/>
          <p:cNvSpPr txBox="1"/>
          <p:nvPr>
            <p:ph idx="1" type="subTitle"/>
          </p:nvPr>
        </p:nvSpPr>
        <p:spPr>
          <a:xfrm>
            <a:off x="813019" y="3172875"/>
            <a:ext cx="6448200" cy="681900"/>
          </a:xfrm>
          <a:prstGeom prst="rect">
            <a:avLst/>
          </a:prstGeom>
          <a:noFill/>
          <a:ln>
            <a:noFill/>
          </a:ln>
        </p:spPr>
        <p:txBody>
          <a:bodyPr anchorCtr="0" anchor="t" bIns="68575" lIns="68575" spcFirstLastPara="1" rIns="68575" wrap="square" tIns="68575">
            <a:noAutofit/>
          </a:bodyPr>
          <a:lstStyle>
            <a:lvl1pPr lvl="0" algn="l">
              <a:lnSpc>
                <a:spcPct val="115000"/>
              </a:lnSpc>
              <a:spcBef>
                <a:spcPts val="0"/>
              </a:spcBef>
              <a:spcAft>
                <a:spcPts val="0"/>
              </a:spcAft>
              <a:buSzPts val="1600"/>
              <a:buFont typeface="Poppins SemiBold"/>
              <a:buNone/>
              <a:defRPr b="1" sz="1600">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
        <p:nvSpPr>
          <p:cNvPr id="42" name="Google Shape;42;p4"/>
          <p:cNvSpPr/>
          <p:nvPr>
            <p:ph idx="2" type="pic"/>
          </p:nvPr>
        </p:nvSpPr>
        <p:spPr>
          <a:xfrm>
            <a:off x="5064325" y="404000"/>
            <a:ext cx="3631800" cy="43356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ingle column">
  <p:cSld name="TITLE_3_1_2">
    <p:bg>
      <p:bgPr>
        <a:solidFill>
          <a:srgbClr val="FFFFFF"/>
        </a:solidFill>
      </p:bgPr>
    </p:bg>
    <p:spTree>
      <p:nvGrpSpPr>
        <p:cNvPr id="43" name="Shape 43"/>
        <p:cNvGrpSpPr/>
        <p:nvPr/>
      </p:nvGrpSpPr>
      <p:grpSpPr>
        <a:xfrm>
          <a:off x="0" y="0"/>
          <a:ext cx="0" cy="0"/>
          <a:chOff x="0" y="0"/>
          <a:chExt cx="0" cy="0"/>
        </a:xfrm>
      </p:grpSpPr>
      <p:pic>
        <p:nvPicPr>
          <p:cNvPr id="44" name="Google Shape;44;p5"/>
          <p:cNvPicPr preferRelativeResize="0"/>
          <p:nvPr/>
        </p:nvPicPr>
        <p:blipFill rotWithShape="1">
          <a:blip r:embed="rId2">
            <a:alphaModFix/>
          </a:blip>
          <a:srcRect b="0" l="217" r="219" t="0"/>
          <a:stretch/>
        </p:blipFill>
        <p:spPr>
          <a:xfrm>
            <a:off x="2643487" y="643237"/>
            <a:ext cx="3857025" cy="3857027"/>
          </a:xfrm>
          <a:prstGeom prst="rect">
            <a:avLst/>
          </a:prstGeom>
          <a:noFill/>
          <a:ln>
            <a:noFill/>
          </a:ln>
        </p:spPr>
      </p:pic>
      <p:sp>
        <p:nvSpPr>
          <p:cNvPr id="45" name="Google Shape;45;p5"/>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46" name="Google Shape;46;p5"/>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47" name="Google Shape;47;p5"/>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48" name="Google Shape;48;p5"/>
          <p:cNvSpPr/>
          <p:nvPr/>
        </p:nvSpPr>
        <p:spPr>
          <a:xfrm>
            <a:off x="2216025"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49" name="Google Shape;49;p5"/>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50" name="Google Shape;50;p5"/>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51" name="Google Shape;51;p5"/>
          <p:cNvSpPr txBox="1"/>
          <p:nvPr>
            <p:ph idx="12" type="sldNum"/>
          </p:nvPr>
        </p:nvSpPr>
        <p:spPr>
          <a:xfrm>
            <a:off x="8545425" y="4941759"/>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5"/>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53" name="Google Shape;53;p5"/>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54" name="Google Shape;54;p5"/>
          <p:cNvSpPr txBox="1"/>
          <p:nvPr>
            <p:ph idx="1" type="subTitle"/>
          </p:nvPr>
        </p:nvSpPr>
        <p:spPr>
          <a:xfrm>
            <a:off x="594453" y="771525"/>
            <a:ext cx="8292300" cy="37593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two column">
  <p:cSld name="TITLE_3_1_3">
    <p:bg>
      <p:bgPr>
        <a:solidFill>
          <a:srgbClr val="FFFFFF"/>
        </a:solidFill>
      </p:bgPr>
    </p:bg>
    <p:spTree>
      <p:nvGrpSpPr>
        <p:cNvPr id="55" name="Shape 55"/>
        <p:cNvGrpSpPr/>
        <p:nvPr/>
      </p:nvGrpSpPr>
      <p:grpSpPr>
        <a:xfrm>
          <a:off x="0" y="0"/>
          <a:ext cx="0" cy="0"/>
          <a:chOff x="0" y="0"/>
          <a:chExt cx="0" cy="0"/>
        </a:xfrm>
      </p:grpSpPr>
      <p:pic>
        <p:nvPicPr>
          <p:cNvPr id="56" name="Google Shape;56;p6"/>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57" name="Google Shape;57;p6"/>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58" name="Google Shape;58;p6"/>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59" name="Google Shape;59;p6"/>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60" name="Google Shape;60;p6"/>
          <p:cNvSpPr/>
          <p:nvPr/>
        </p:nvSpPr>
        <p:spPr>
          <a:xfrm>
            <a:off x="2181844"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61" name="Google Shape;61;p6"/>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62" name="Google Shape;62;p6"/>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63" name="Google Shape;63;p6"/>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6"/>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65" name="Google Shape;65;p6"/>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66" name="Google Shape;66;p6"/>
          <p:cNvSpPr txBox="1"/>
          <p:nvPr>
            <p:ph idx="1" type="subTitle"/>
          </p:nvPr>
        </p:nvSpPr>
        <p:spPr>
          <a:xfrm>
            <a:off x="597426" y="861300"/>
            <a:ext cx="3952800" cy="37593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67" name="Google Shape;67;p6"/>
          <p:cNvSpPr txBox="1"/>
          <p:nvPr>
            <p:ph idx="2" type="subTitle"/>
          </p:nvPr>
        </p:nvSpPr>
        <p:spPr>
          <a:xfrm>
            <a:off x="4680596" y="861300"/>
            <a:ext cx="3952800" cy="37593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Three column">
  <p:cSld name="TITLE_3_1_3_1">
    <p:bg>
      <p:bgPr>
        <a:solidFill>
          <a:srgbClr val="FFFFFF"/>
        </a:solidFill>
      </p:bgPr>
    </p:bg>
    <p:spTree>
      <p:nvGrpSpPr>
        <p:cNvPr id="68" name="Shape 68"/>
        <p:cNvGrpSpPr/>
        <p:nvPr/>
      </p:nvGrpSpPr>
      <p:grpSpPr>
        <a:xfrm>
          <a:off x="0" y="0"/>
          <a:ext cx="0" cy="0"/>
          <a:chOff x="0" y="0"/>
          <a:chExt cx="0" cy="0"/>
        </a:xfrm>
      </p:grpSpPr>
      <p:pic>
        <p:nvPicPr>
          <p:cNvPr id="69" name="Google Shape;69;p7"/>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70" name="Google Shape;70;p7"/>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1" name="Google Shape;71;p7"/>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2" name="Google Shape;72;p7"/>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3" name="Google Shape;73;p7"/>
          <p:cNvSpPr/>
          <p:nvPr/>
        </p:nvSpPr>
        <p:spPr>
          <a:xfrm>
            <a:off x="2181844"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4" name="Google Shape;74;p7"/>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5" name="Google Shape;75;p7"/>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76" name="Google Shape;76;p7"/>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7"/>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78" name="Google Shape;78;p7"/>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79" name="Google Shape;79;p7"/>
          <p:cNvSpPr txBox="1"/>
          <p:nvPr>
            <p:ph idx="1" type="subTitle"/>
          </p:nvPr>
        </p:nvSpPr>
        <p:spPr>
          <a:xfrm>
            <a:off x="618100" y="861300"/>
            <a:ext cx="2723700" cy="37593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80" name="Google Shape;80;p7"/>
          <p:cNvSpPr txBox="1"/>
          <p:nvPr>
            <p:ph idx="2" type="subTitle"/>
          </p:nvPr>
        </p:nvSpPr>
        <p:spPr>
          <a:xfrm>
            <a:off x="3431698" y="861300"/>
            <a:ext cx="2723700" cy="37593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81" name="Google Shape;81;p7"/>
          <p:cNvSpPr txBox="1"/>
          <p:nvPr>
            <p:ph idx="3" type="subTitle"/>
          </p:nvPr>
        </p:nvSpPr>
        <p:spPr>
          <a:xfrm>
            <a:off x="6245298" y="861300"/>
            <a:ext cx="2723700" cy="37593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drant with Infographics Layout">
  <p:cSld name="CUSTOM_3_1">
    <p:spTree>
      <p:nvGrpSpPr>
        <p:cNvPr id="82" name="Shape 82"/>
        <p:cNvGrpSpPr/>
        <p:nvPr/>
      </p:nvGrpSpPr>
      <p:grpSpPr>
        <a:xfrm>
          <a:off x="0" y="0"/>
          <a:ext cx="0" cy="0"/>
          <a:chOff x="0" y="0"/>
          <a:chExt cx="0" cy="0"/>
        </a:xfrm>
      </p:grpSpPr>
      <p:pic>
        <p:nvPicPr>
          <p:cNvPr id="83" name="Google Shape;83;p8"/>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84" name="Google Shape;84;p8"/>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5" name="Google Shape;85;p8"/>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6" name="Google Shape;86;p8"/>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7" name="Google Shape;87;p8"/>
          <p:cNvSpPr/>
          <p:nvPr/>
        </p:nvSpPr>
        <p:spPr>
          <a:xfrm>
            <a:off x="2181844" y="4869067"/>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8" name="Google Shape;88;p8"/>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89" name="Google Shape;89;p8"/>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90" name="Google Shape;90;p8"/>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8"/>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92" name="Google Shape;92;p8"/>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93" name="Google Shape;93;p8"/>
          <p:cNvSpPr txBox="1"/>
          <p:nvPr>
            <p:ph idx="1" type="subTitle"/>
          </p:nvPr>
        </p:nvSpPr>
        <p:spPr>
          <a:xfrm>
            <a:off x="678900" y="993025"/>
            <a:ext cx="3293100" cy="1050900"/>
          </a:xfrm>
          <a:prstGeom prst="rect">
            <a:avLst/>
          </a:prstGeom>
        </p:spPr>
        <p:txBody>
          <a:bodyPr anchorCtr="0" anchor="t" bIns="68575" lIns="68575" spcFirstLastPara="1" rIns="68575" wrap="square" tIns="6857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94" name="Google Shape;94;p8"/>
          <p:cNvSpPr txBox="1"/>
          <p:nvPr>
            <p:ph idx="2" type="subTitle"/>
          </p:nvPr>
        </p:nvSpPr>
        <p:spPr>
          <a:xfrm>
            <a:off x="678900" y="2773754"/>
            <a:ext cx="3293100" cy="10509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95" name="Google Shape;95;p8"/>
          <p:cNvSpPr txBox="1"/>
          <p:nvPr>
            <p:ph idx="3" type="subTitle"/>
          </p:nvPr>
        </p:nvSpPr>
        <p:spPr>
          <a:xfrm>
            <a:off x="4938100" y="993025"/>
            <a:ext cx="3293100" cy="10509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96" name="Google Shape;96;p8"/>
          <p:cNvSpPr txBox="1"/>
          <p:nvPr>
            <p:ph idx="4" type="subTitle"/>
          </p:nvPr>
        </p:nvSpPr>
        <p:spPr>
          <a:xfrm>
            <a:off x="4938100" y="2773754"/>
            <a:ext cx="3293100" cy="1050900"/>
          </a:xfrm>
          <a:prstGeom prst="rect">
            <a:avLst/>
          </a:prstGeom>
        </p:spPr>
        <p:txBody>
          <a:bodyPr anchorCtr="0" anchor="t" bIns="68575" lIns="68575" spcFirstLastPara="1" rIns="68575" wrap="square" tIns="6857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with Content">
  <p:cSld name="CUSTOM_3_1_1">
    <p:spTree>
      <p:nvGrpSpPr>
        <p:cNvPr id="97" name="Shape 97"/>
        <p:cNvGrpSpPr/>
        <p:nvPr/>
      </p:nvGrpSpPr>
      <p:grpSpPr>
        <a:xfrm>
          <a:off x="0" y="0"/>
          <a:ext cx="0" cy="0"/>
          <a:chOff x="0" y="0"/>
          <a:chExt cx="0" cy="0"/>
        </a:xfrm>
      </p:grpSpPr>
      <p:pic>
        <p:nvPicPr>
          <p:cNvPr id="98" name="Google Shape;98;p9"/>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99" name="Google Shape;99;p9"/>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0" name="Google Shape;100;p9"/>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1" name="Google Shape;101;p9"/>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2" name="Google Shape;102;p9"/>
          <p:cNvSpPr/>
          <p:nvPr/>
        </p:nvSpPr>
        <p:spPr>
          <a:xfrm>
            <a:off x="2181844" y="4869067"/>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3" name="Google Shape;103;p9"/>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4" name="Google Shape;104;p9"/>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05" name="Google Shape;105;p9"/>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06" name="Google Shape;106;p9"/>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07" name="Google Shape;107;p9"/>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108" name="Google Shape;108;p9"/>
          <p:cNvSpPr txBox="1"/>
          <p:nvPr>
            <p:ph idx="1" type="subTitle"/>
          </p:nvPr>
        </p:nvSpPr>
        <p:spPr>
          <a:xfrm>
            <a:off x="481500" y="746200"/>
            <a:ext cx="7749600" cy="398700"/>
          </a:xfrm>
          <a:prstGeom prst="rect">
            <a:avLst/>
          </a:prstGeom>
        </p:spPr>
        <p:txBody>
          <a:bodyPr anchorCtr="0" anchor="t" bIns="68575" lIns="68575" spcFirstLastPara="1" rIns="68575" wrap="square" tIns="68575">
            <a:noAutofit/>
          </a:bodyPr>
          <a:lstStyle>
            <a:lvl1pPr lvl="0">
              <a:spcBef>
                <a:spcPts val="0"/>
              </a:spcBef>
              <a:spcAft>
                <a:spcPts val="0"/>
              </a:spcAft>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109" name="Google Shape;109;p9"/>
          <p:cNvSpPr txBox="1"/>
          <p:nvPr>
            <p:ph idx="2" type="body"/>
          </p:nvPr>
        </p:nvSpPr>
        <p:spPr>
          <a:xfrm>
            <a:off x="587725" y="1175425"/>
            <a:ext cx="8005200" cy="3181800"/>
          </a:xfrm>
          <a:prstGeom prst="rect">
            <a:avLst/>
          </a:prstGeom>
        </p:spPr>
        <p:txBody>
          <a:bodyPr anchorCtr="0" anchor="t" bIns="68575" lIns="68575" spcFirstLastPara="1" rIns="68575" wrap="square" tIns="68575">
            <a:no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ed list">
  <p:cSld name="CUSTOM_3_1_1_1">
    <p:spTree>
      <p:nvGrpSpPr>
        <p:cNvPr id="110" name="Shape 110"/>
        <p:cNvGrpSpPr/>
        <p:nvPr/>
      </p:nvGrpSpPr>
      <p:grpSpPr>
        <a:xfrm>
          <a:off x="0" y="0"/>
          <a:ext cx="0" cy="0"/>
          <a:chOff x="0" y="0"/>
          <a:chExt cx="0" cy="0"/>
        </a:xfrm>
      </p:grpSpPr>
      <p:pic>
        <p:nvPicPr>
          <p:cNvPr id="111" name="Google Shape;111;p10"/>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12" name="Google Shape;112;p10"/>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3" name="Google Shape;113;p10"/>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4" name="Google Shape;114;p10"/>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5" name="Google Shape;115;p10"/>
          <p:cNvSpPr/>
          <p:nvPr/>
        </p:nvSpPr>
        <p:spPr>
          <a:xfrm>
            <a:off x="2181844" y="4869067"/>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6" name="Google Shape;116;p10"/>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7" name="Google Shape;117;p10"/>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18" name="Google Shape;118;p10"/>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10"/>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20" name="Google Shape;120;p10"/>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121" name="Google Shape;121;p10"/>
          <p:cNvSpPr txBox="1"/>
          <p:nvPr>
            <p:ph idx="1" type="body"/>
          </p:nvPr>
        </p:nvSpPr>
        <p:spPr>
          <a:xfrm>
            <a:off x="580950" y="736800"/>
            <a:ext cx="8083800" cy="3763500"/>
          </a:xfrm>
          <a:prstGeom prst="rect">
            <a:avLst/>
          </a:prstGeom>
        </p:spPr>
        <p:txBody>
          <a:bodyPr anchorCtr="0" anchor="t" bIns="68575" lIns="68575" spcFirstLastPara="1" rIns="68575" wrap="square" tIns="68575">
            <a:no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with 2 column">
  <p:cSld name="TITLE_3_1_4">
    <p:bg>
      <p:bgPr>
        <a:solidFill>
          <a:srgbClr val="FFFFFF"/>
        </a:solidFill>
      </p:bgPr>
    </p:bg>
    <p:spTree>
      <p:nvGrpSpPr>
        <p:cNvPr id="122" name="Shape 122"/>
        <p:cNvGrpSpPr/>
        <p:nvPr/>
      </p:nvGrpSpPr>
      <p:grpSpPr>
        <a:xfrm>
          <a:off x="0" y="0"/>
          <a:ext cx="0" cy="0"/>
          <a:chOff x="0" y="0"/>
          <a:chExt cx="0" cy="0"/>
        </a:xfrm>
      </p:grpSpPr>
      <p:pic>
        <p:nvPicPr>
          <p:cNvPr id="123" name="Google Shape;123;p11"/>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24" name="Google Shape;124;p11"/>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5" name="Google Shape;125;p11"/>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6" name="Google Shape;126;p11"/>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7" name="Google Shape;127;p11"/>
          <p:cNvSpPr/>
          <p:nvPr/>
        </p:nvSpPr>
        <p:spPr>
          <a:xfrm>
            <a:off x="2181844"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8" name="Google Shape;128;p11"/>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29" name="Google Shape;129;p11"/>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30" name="Google Shape;130;p11"/>
          <p:cNvSpPr txBox="1"/>
          <p:nvPr>
            <p:ph idx="1" type="body"/>
          </p:nvPr>
        </p:nvSpPr>
        <p:spPr>
          <a:xfrm>
            <a:off x="685972" y="1089100"/>
            <a:ext cx="3738600" cy="3154800"/>
          </a:xfrm>
          <a:prstGeom prst="rect">
            <a:avLst/>
          </a:prstGeom>
          <a:noFill/>
          <a:ln>
            <a:noFill/>
          </a:ln>
        </p:spPr>
        <p:txBody>
          <a:bodyPr anchorCtr="0" anchor="t" bIns="68575" lIns="68575" spcFirstLastPara="1" rIns="68575" wrap="square" tIns="68575">
            <a:noAutofit/>
          </a:bodyPr>
          <a:lstStyle>
            <a:lvl1pPr indent="-330200" lvl="0" marL="457200" algn="l">
              <a:lnSpc>
                <a:spcPct val="115000"/>
              </a:lnSpc>
              <a:spcBef>
                <a:spcPts val="0"/>
              </a:spcBef>
              <a:spcAft>
                <a:spcPts val="0"/>
              </a:spcAft>
              <a:buSzPts val="1600"/>
              <a:buFont typeface="Poppins"/>
              <a:buChar char="●"/>
              <a:defRPr sz="1600">
                <a:latin typeface="Poppins"/>
                <a:ea typeface="Poppins"/>
                <a:cs typeface="Poppins"/>
                <a:sym typeface="Poppins"/>
              </a:defRPr>
            </a:lvl1pPr>
            <a:lvl2pPr indent="-330200" lvl="1" marL="914400" algn="l">
              <a:lnSpc>
                <a:spcPct val="115000"/>
              </a:lnSpc>
              <a:spcBef>
                <a:spcPts val="0"/>
              </a:spcBef>
              <a:spcAft>
                <a:spcPts val="0"/>
              </a:spcAft>
              <a:buSzPts val="1600"/>
              <a:buFont typeface="Poppins"/>
              <a:buChar char="○"/>
              <a:defRPr sz="1600">
                <a:latin typeface="Poppins"/>
                <a:ea typeface="Poppins"/>
                <a:cs typeface="Poppins"/>
                <a:sym typeface="Poppins"/>
              </a:defRPr>
            </a:lvl2pPr>
            <a:lvl3pPr indent="-330200" lvl="2" marL="1371600" algn="l">
              <a:lnSpc>
                <a:spcPct val="115000"/>
              </a:lnSpc>
              <a:spcBef>
                <a:spcPts val="0"/>
              </a:spcBef>
              <a:spcAft>
                <a:spcPts val="0"/>
              </a:spcAft>
              <a:buSzPts val="1600"/>
              <a:buFont typeface="Poppins"/>
              <a:buChar char="■"/>
              <a:defRPr sz="1600">
                <a:latin typeface="Poppins"/>
                <a:ea typeface="Poppins"/>
                <a:cs typeface="Poppins"/>
                <a:sym typeface="Poppins"/>
              </a:defRPr>
            </a:lvl3pPr>
            <a:lvl4pPr indent="-330200" lvl="3" marL="1828800" algn="l">
              <a:lnSpc>
                <a:spcPct val="115000"/>
              </a:lnSpc>
              <a:spcBef>
                <a:spcPts val="0"/>
              </a:spcBef>
              <a:spcAft>
                <a:spcPts val="0"/>
              </a:spcAft>
              <a:buSzPts val="1600"/>
              <a:buFont typeface="Poppins"/>
              <a:buChar char="●"/>
              <a:defRPr sz="1600">
                <a:latin typeface="Poppins"/>
                <a:ea typeface="Poppins"/>
                <a:cs typeface="Poppins"/>
                <a:sym typeface="Poppins"/>
              </a:defRPr>
            </a:lvl4pPr>
            <a:lvl5pPr indent="-330200" lvl="4" marL="2286000" algn="l">
              <a:lnSpc>
                <a:spcPct val="115000"/>
              </a:lnSpc>
              <a:spcBef>
                <a:spcPts val="0"/>
              </a:spcBef>
              <a:spcAft>
                <a:spcPts val="0"/>
              </a:spcAft>
              <a:buSzPts val="1600"/>
              <a:buFont typeface="Poppins"/>
              <a:buChar char="○"/>
              <a:defRPr sz="1600">
                <a:latin typeface="Poppins"/>
                <a:ea typeface="Poppins"/>
                <a:cs typeface="Poppins"/>
                <a:sym typeface="Poppins"/>
              </a:defRPr>
            </a:lvl5pPr>
            <a:lvl6pPr indent="-330200" lvl="5" marL="2743200" algn="l">
              <a:lnSpc>
                <a:spcPct val="115000"/>
              </a:lnSpc>
              <a:spcBef>
                <a:spcPts val="0"/>
              </a:spcBef>
              <a:spcAft>
                <a:spcPts val="0"/>
              </a:spcAft>
              <a:buSzPts val="1600"/>
              <a:buFont typeface="Poppins"/>
              <a:buChar char="■"/>
              <a:defRPr sz="1600">
                <a:latin typeface="Poppins"/>
                <a:ea typeface="Poppins"/>
                <a:cs typeface="Poppins"/>
                <a:sym typeface="Poppins"/>
              </a:defRPr>
            </a:lvl6pPr>
            <a:lvl7pPr indent="-330200" lvl="6" marL="3200400" algn="l">
              <a:lnSpc>
                <a:spcPct val="115000"/>
              </a:lnSpc>
              <a:spcBef>
                <a:spcPts val="0"/>
              </a:spcBef>
              <a:spcAft>
                <a:spcPts val="0"/>
              </a:spcAft>
              <a:buSzPts val="1600"/>
              <a:buFont typeface="Poppins"/>
              <a:buChar char="●"/>
              <a:defRPr sz="1600">
                <a:latin typeface="Poppins"/>
                <a:ea typeface="Poppins"/>
                <a:cs typeface="Poppins"/>
                <a:sym typeface="Poppins"/>
              </a:defRPr>
            </a:lvl7pPr>
            <a:lvl8pPr indent="-330200" lvl="7" marL="3657600" algn="l">
              <a:lnSpc>
                <a:spcPct val="115000"/>
              </a:lnSpc>
              <a:spcBef>
                <a:spcPts val="0"/>
              </a:spcBef>
              <a:spcAft>
                <a:spcPts val="0"/>
              </a:spcAft>
              <a:buSzPts val="1600"/>
              <a:buFont typeface="Poppins"/>
              <a:buChar char="○"/>
              <a:defRPr sz="1600">
                <a:latin typeface="Poppins"/>
                <a:ea typeface="Poppins"/>
                <a:cs typeface="Poppins"/>
                <a:sym typeface="Poppins"/>
              </a:defRPr>
            </a:lvl8pPr>
            <a:lvl9pPr indent="-330200" lvl="8" marL="4114800" algn="l">
              <a:lnSpc>
                <a:spcPct val="115000"/>
              </a:lnSpc>
              <a:spcBef>
                <a:spcPts val="0"/>
              </a:spcBef>
              <a:spcAft>
                <a:spcPts val="0"/>
              </a:spcAft>
              <a:buSzPts val="1600"/>
              <a:buFont typeface="Poppins"/>
              <a:buChar char="■"/>
              <a:defRPr sz="1600">
                <a:latin typeface="Poppins"/>
                <a:ea typeface="Poppins"/>
                <a:cs typeface="Poppins"/>
                <a:sym typeface="Poppins"/>
              </a:defRPr>
            </a:lvl9pPr>
          </a:lstStyle>
          <a:p/>
        </p:txBody>
      </p:sp>
      <p:sp>
        <p:nvSpPr>
          <p:cNvPr id="131" name="Google Shape;131;p11"/>
          <p:cNvSpPr txBox="1"/>
          <p:nvPr>
            <p:ph idx="2" type="body"/>
          </p:nvPr>
        </p:nvSpPr>
        <p:spPr>
          <a:xfrm>
            <a:off x="4791051" y="1089200"/>
            <a:ext cx="3440400" cy="3154800"/>
          </a:xfrm>
          <a:prstGeom prst="rect">
            <a:avLst/>
          </a:prstGeom>
          <a:noFill/>
          <a:ln>
            <a:noFill/>
          </a:ln>
        </p:spPr>
        <p:txBody>
          <a:bodyPr anchorCtr="0" anchor="t" bIns="68575" lIns="68575" spcFirstLastPara="1" rIns="68575" wrap="square" tIns="68575">
            <a:noAutofit/>
          </a:bodyPr>
          <a:lstStyle>
            <a:lvl1pPr indent="-330200" lvl="0" marL="457200" algn="l">
              <a:lnSpc>
                <a:spcPct val="115000"/>
              </a:lnSpc>
              <a:spcBef>
                <a:spcPts val="0"/>
              </a:spcBef>
              <a:spcAft>
                <a:spcPts val="0"/>
              </a:spcAft>
              <a:buSzPts val="1600"/>
              <a:buFont typeface="Poppins"/>
              <a:buChar char="●"/>
              <a:defRPr sz="1600">
                <a:latin typeface="Poppins"/>
                <a:ea typeface="Poppins"/>
                <a:cs typeface="Poppins"/>
                <a:sym typeface="Poppins"/>
              </a:defRPr>
            </a:lvl1pPr>
            <a:lvl2pPr indent="-330200" lvl="1" marL="914400" algn="l">
              <a:lnSpc>
                <a:spcPct val="115000"/>
              </a:lnSpc>
              <a:spcBef>
                <a:spcPts val="0"/>
              </a:spcBef>
              <a:spcAft>
                <a:spcPts val="0"/>
              </a:spcAft>
              <a:buSzPts val="1600"/>
              <a:buFont typeface="Poppins"/>
              <a:buChar char="○"/>
              <a:defRPr sz="1600">
                <a:latin typeface="Poppins"/>
                <a:ea typeface="Poppins"/>
                <a:cs typeface="Poppins"/>
                <a:sym typeface="Poppins"/>
              </a:defRPr>
            </a:lvl2pPr>
            <a:lvl3pPr indent="-330200" lvl="2" marL="1371600" algn="l">
              <a:lnSpc>
                <a:spcPct val="115000"/>
              </a:lnSpc>
              <a:spcBef>
                <a:spcPts val="0"/>
              </a:spcBef>
              <a:spcAft>
                <a:spcPts val="0"/>
              </a:spcAft>
              <a:buSzPts val="1600"/>
              <a:buFont typeface="Poppins"/>
              <a:buChar char="■"/>
              <a:defRPr sz="1600">
                <a:latin typeface="Poppins"/>
                <a:ea typeface="Poppins"/>
                <a:cs typeface="Poppins"/>
                <a:sym typeface="Poppins"/>
              </a:defRPr>
            </a:lvl3pPr>
            <a:lvl4pPr indent="-330200" lvl="3" marL="1828800" algn="l">
              <a:lnSpc>
                <a:spcPct val="115000"/>
              </a:lnSpc>
              <a:spcBef>
                <a:spcPts val="0"/>
              </a:spcBef>
              <a:spcAft>
                <a:spcPts val="0"/>
              </a:spcAft>
              <a:buSzPts val="1600"/>
              <a:buFont typeface="Poppins"/>
              <a:buChar char="●"/>
              <a:defRPr sz="1600">
                <a:latin typeface="Poppins"/>
                <a:ea typeface="Poppins"/>
                <a:cs typeface="Poppins"/>
                <a:sym typeface="Poppins"/>
              </a:defRPr>
            </a:lvl4pPr>
            <a:lvl5pPr indent="-330200" lvl="4" marL="2286000" algn="l">
              <a:lnSpc>
                <a:spcPct val="115000"/>
              </a:lnSpc>
              <a:spcBef>
                <a:spcPts val="0"/>
              </a:spcBef>
              <a:spcAft>
                <a:spcPts val="0"/>
              </a:spcAft>
              <a:buSzPts val="1600"/>
              <a:buFont typeface="Poppins"/>
              <a:buChar char="○"/>
              <a:defRPr sz="1600">
                <a:latin typeface="Poppins"/>
                <a:ea typeface="Poppins"/>
                <a:cs typeface="Poppins"/>
                <a:sym typeface="Poppins"/>
              </a:defRPr>
            </a:lvl5pPr>
            <a:lvl6pPr indent="-330200" lvl="5" marL="2743200" algn="l">
              <a:lnSpc>
                <a:spcPct val="115000"/>
              </a:lnSpc>
              <a:spcBef>
                <a:spcPts val="0"/>
              </a:spcBef>
              <a:spcAft>
                <a:spcPts val="0"/>
              </a:spcAft>
              <a:buSzPts val="1600"/>
              <a:buFont typeface="Poppins"/>
              <a:buChar char="■"/>
              <a:defRPr sz="1600">
                <a:latin typeface="Poppins"/>
                <a:ea typeface="Poppins"/>
                <a:cs typeface="Poppins"/>
                <a:sym typeface="Poppins"/>
              </a:defRPr>
            </a:lvl6pPr>
            <a:lvl7pPr indent="-330200" lvl="6" marL="3200400" algn="l">
              <a:lnSpc>
                <a:spcPct val="115000"/>
              </a:lnSpc>
              <a:spcBef>
                <a:spcPts val="0"/>
              </a:spcBef>
              <a:spcAft>
                <a:spcPts val="0"/>
              </a:spcAft>
              <a:buSzPts val="1600"/>
              <a:buFont typeface="Poppins"/>
              <a:buChar char="●"/>
              <a:defRPr sz="1600">
                <a:latin typeface="Poppins"/>
                <a:ea typeface="Poppins"/>
                <a:cs typeface="Poppins"/>
                <a:sym typeface="Poppins"/>
              </a:defRPr>
            </a:lvl7pPr>
            <a:lvl8pPr indent="-330200" lvl="7" marL="3657600" algn="l">
              <a:lnSpc>
                <a:spcPct val="115000"/>
              </a:lnSpc>
              <a:spcBef>
                <a:spcPts val="0"/>
              </a:spcBef>
              <a:spcAft>
                <a:spcPts val="0"/>
              </a:spcAft>
              <a:buSzPts val="1600"/>
              <a:buFont typeface="Poppins"/>
              <a:buChar char="○"/>
              <a:defRPr sz="1600">
                <a:latin typeface="Poppins"/>
                <a:ea typeface="Poppins"/>
                <a:cs typeface="Poppins"/>
                <a:sym typeface="Poppins"/>
              </a:defRPr>
            </a:lvl8pPr>
            <a:lvl9pPr indent="-330200" lvl="8" marL="4114800" algn="l">
              <a:lnSpc>
                <a:spcPct val="115000"/>
              </a:lnSpc>
              <a:spcBef>
                <a:spcPts val="0"/>
              </a:spcBef>
              <a:spcAft>
                <a:spcPts val="0"/>
              </a:spcAft>
              <a:buSzPts val="1600"/>
              <a:buFont typeface="Poppins"/>
              <a:buChar char="■"/>
              <a:defRPr sz="1600">
                <a:latin typeface="Poppins"/>
                <a:ea typeface="Poppins"/>
                <a:cs typeface="Poppins"/>
                <a:sym typeface="Poppins"/>
              </a:defRPr>
            </a:lvl9pPr>
          </a:lstStyle>
          <a:p/>
        </p:txBody>
      </p:sp>
      <p:sp>
        <p:nvSpPr>
          <p:cNvPr id="132" name="Google Shape;132;p11"/>
          <p:cNvSpPr txBox="1"/>
          <p:nvPr>
            <p:ph idx="3" type="subTitle"/>
          </p:nvPr>
        </p:nvSpPr>
        <p:spPr>
          <a:xfrm>
            <a:off x="481509" y="746200"/>
            <a:ext cx="4017300" cy="342900"/>
          </a:xfrm>
          <a:prstGeom prst="rect">
            <a:avLst/>
          </a:prstGeom>
          <a:noFill/>
          <a:ln>
            <a:noFill/>
          </a:ln>
        </p:spPr>
        <p:txBody>
          <a:bodyPr anchorCtr="0" anchor="ctr" bIns="68575" lIns="68575" spcFirstLastPara="1" rIns="68575" wrap="square" tIns="68575">
            <a:noAutofit/>
          </a:bodyPr>
          <a:lstStyle>
            <a:lvl1pPr lvl="0" algn="l">
              <a:lnSpc>
                <a:spcPct val="115000"/>
              </a:lnSpc>
              <a:spcBef>
                <a:spcPts val="0"/>
              </a:spcBef>
              <a:spcAft>
                <a:spcPts val="0"/>
              </a:spcAft>
              <a:buSzPts val="1800"/>
              <a:buFont typeface="Poppins"/>
              <a:buNone/>
              <a:defRPr sz="1800">
                <a:latin typeface="Poppins"/>
                <a:ea typeface="Poppins"/>
                <a:cs typeface="Poppins"/>
                <a:sym typeface="Poppins"/>
              </a:defRPr>
            </a:lvl1pPr>
            <a:lvl2pPr lvl="1" algn="l">
              <a:lnSpc>
                <a:spcPct val="115000"/>
              </a:lnSpc>
              <a:spcBef>
                <a:spcPts val="0"/>
              </a:spcBef>
              <a:spcAft>
                <a:spcPts val="0"/>
              </a:spcAft>
              <a:buSzPts val="1800"/>
              <a:buFont typeface="Poppins"/>
              <a:buNone/>
              <a:defRPr sz="1800">
                <a:latin typeface="Poppins"/>
                <a:ea typeface="Poppins"/>
                <a:cs typeface="Poppins"/>
                <a:sym typeface="Poppins"/>
              </a:defRPr>
            </a:lvl2pPr>
            <a:lvl3pPr lvl="2" algn="l">
              <a:lnSpc>
                <a:spcPct val="115000"/>
              </a:lnSpc>
              <a:spcBef>
                <a:spcPts val="0"/>
              </a:spcBef>
              <a:spcAft>
                <a:spcPts val="0"/>
              </a:spcAft>
              <a:buSzPts val="1800"/>
              <a:buFont typeface="Poppins"/>
              <a:buNone/>
              <a:defRPr sz="1800">
                <a:latin typeface="Poppins"/>
                <a:ea typeface="Poppins"/>
                <a:cs typeface="Poppins"/>
                <a:sym typeface="Poppins"/>
              </a:defRPr>
            </a:lvl3pPr>
            <a:lvl4pPr lvl="3" algn="l">
              <a:lnSpc>
                <a:spcPct val="115000"/>
              </a:lnSpc>
              <a:spcBef>
                <a:spcPts val="0"/>
              </a:spcBef>
              <a:spcAft>
                <a:spcPts val="0"/>
              </a:spcAft>
              <a:buSzPts val="1800"/>
              <a:buFont typeface="Poppins"/>
              <a:buNone/>
              <a:defRPr sz="1800">
                <a:latin typeface="Poppins"/>
                <a:ea typeface="Poppins"/>
                <a:cs typeface="Poppins"/>
                <a:sym typeface="Poppins"/>
              </a:defRPr>
            </a:lvl4pPr>
            <a:lvl5pPr lvl="4" algn="l">
              <a:lnSpc>
                <a:spcPct val="115000"/>
              </a:lnSpc>
              <a:spcBef>
                <a:spcPts val="0"/>
              </a:spcBef>
              <a:spcAft>
                <a:spcPts val="0"/>
              </a:spcAft>
              <a:buSzPts val="1800"/>
              <a:buFont typeface="Poppins"/>
              <a:buNone/>
              <a:defRPr sz="1800">
                <a:latin typeface="Poppins"/>
                <a:ea typeface="Poppins"/>
                <a:cs typeface="Poppins"/>
                <a:sym typeface="Poppins"/>
              </a:defRPr>
            </a:lvl5pPr>
            <a:lvl6pPr lvl="5" algn="l">
              <a:lnSpc>
                <a:spcPct val="115000"/>
              </a:lnSpc>
              <a:spcBef>
                <a:spcPts val="0"/>
              </a:spcBef>
              <a:spcAft>
                <a:spcPts val="0"/>
              </a:spcAft>
              <a:buSzPts val="1800"/>
              <a:buFont typeface="Poppins"/>
              <a:buNone/>
              <a:defRPr sz="1800">
                <a:latin typeface="Poppins"/>
                <a:ea typeface="Poppins"/>
                <a:cs typeface="Poppins"/>
                <a:sym typeface="Poppins"/>
              </a:defRPr>
            </a:lvl6pPr>
            <a:lvl7pPr lvl="6" algn="l">
              <a:lnSpc>
                <a:spcPct val="115000"/>
              </a:lnSpc>
              <a:spcBef>
                <a:spcPts val="0"/>
              </a:spcBef>
              <a:spcAft>
                <a:spcPts val="0"/>
              </a:spcAft>
              <a:buSzPts val="1800"/>
              <a:buFont typeface="Poppins"/>
              <a:buNone/>
              <a:defRPr sz="1800">
                <a:latin typeface="Poppins"/>
                <a:ea typeface="Poppins"/>
                <a:cs typeface="Poppins"/>
                <a:sym typeface="Poppins"/>
              </a:defRPr>
            </a:lvl7pPr>
            <a:lvl8pPr lvl="7" algn="l">
              <a:lnSpc>
                <a:spcPct val="115000"/>
              </a:lnSpc>
              <a:spcBef>
                <a:spcPts val="0"/>
              </a:spcBef>
              <a:spcAft>
                <a:spcPts val="0"/>
              </a:spcAft>
              <a:buSzPts val="1800"/>
              <a:buFont typeface="Poppins"/>
              <a:buNone/>
              <a:defRPr sz="1800">
                <a:latin typeface="Poppins"/>
                <a:ea typeface="Poppins"/>
                <a:cs typeface="Poppins"/>
                <a:sym typeface="Poppins"/>
              </a:defRPr>
            </a:lvl8pPr>
            <a:lvl9pPr lvl="8" algn="l">
              <a:lnSpc>
                <a:spcPct val="115000"/>
              </a:lnSpc>
              <a:spcBef>
                <a:spcPts val="0"/>
              </a:spcBef>
              <a:spcAft>
                <a:spcPts val="0"/>
              </a:spcAft>
              <a:buSzPts val="1800"/>
              <a:buFont typeface="Poppins"/>
              <a:buNone/>
              <a:defRPr sz="1800">
                <a:latin typeface="Poppins"/>
                <a:ea typeface="Poppins"/>
                <a:cs typeface="Poppins"/>
                <a:sym typeface="Poppins"/>
              </a:defRPr>
            </a:lvl9pPr>
          </a:lstStyle>
          <a:p/>
        </p:txBody>
      </p:sp>
      <p:sp>
        <p:nvSpPr>
          <p:cNvPr id="133" name="Google Shape;133;p11"/>
          <p:cNvSpPr txBox="1"/>
          <p:nvPr>
            <p:ph idx="4" type="subTitle"/>
          </p:nvPr>
        </p:nvSpPr>
        <p:spPr>
          <a:xfrm>
            <a:off x="4492988" y="746200"/>
            <a:ext cx="4060800" cy="342900"/>
          </a:xfrm>
          <a:prstGeom prst="rect">
            <a:avLst/>
          </a:prstGeom>
          <a:noFill/>
          <a:ln>
            <a:noFill/>
          </a:ln>
        </p:spPr>
        <p:txBody>
          <a:bodyPr anchorCtr="0" anchor="ctr" bIns="68575" lIns="68575" spcFirstLastPara="1" rIns="68575" wrap="square" tIns="68575">
            <a:noAutofit/>
          </a:bodyPr>
          <a:lstStyle>
            <a:lvl1pPr lvl="0" algn="l">
              <a:lnSpc>
                <a:spcPct val="115000"/>
              </a:lnSpc>
              <a:spcBef>
                <a:spcPts val="0"/>
              </a:spcBef>
              <a:spcAft>
                <a:spcPts val="0"/>
              </a:spcAft>
              <a:buSzPts val="1800"/>
              <a:buFont typeface="Poppins"/>
              <a:buNone/>
              <a:defRPr sz="1800">
                <a:latin typeface="Poppins"/>
                <a:ea typeface="Poppins"/>
                <a:cs typeface="Poppins"/>
                <a:sym typeface="Poppins"/>
              </a:defRPr>
            </a:lvl1pPr>
            <a:lvl2pPr lvl="1" algn="l">
              <a:lnSpc>
                <a:spcPct val="115000"/>
              </a:lnSpc>
              <a:spcBef>
                <a:spcPts val="0"/>
              </a:spcBef>
              <a:spcAft>
                <a:spcPts val="0"/>
              </a:spcAft>
              <a:buSzPts val="1800"/>
              <a:buFont typeface="Poppins"/>
              <a:buNone/>
              <a:defRPr sz="1800">
                <a:latin typeface="Poppins"/>
                <a:ea typeface="Poppins"/>
                <a:cs typeface="Poppins"/>
                <a:sym typeface="Poppins"/>
              </a:defRPr>
            </a:lvl2pPr>
            <a:lvl3pPr lvl="2" algn="l">
              <a:lnSpc>
                <a:spcPct val="115000"/>
              </a:lnSpc>
              <a:spcBef>
                <a:spcPts val="0"/>
              </a:spcBef>
              <a:spcAft>
                <a:spcPts val="0"/>
              </a:spcAft>
              <a:buSzPts val="1800"/>
              <a:buFont typeface="Poppins"/>
              <a:buNone/>
              <a:defRPr sz="1800">
                <a:latin typeface="Poppins"/>
                <a:ea typeface="Poppins"/>
                <a:cs typeface="Poppins"/>
                <a:sym typeface="Poppins"/>
              </a:defRPr>
            </a:lvl3pPr>
            <a:lvl4pPr lvl="3" algn="l">
              <a:lnSpc>
                <a:spcPct val="115000"/>
              </a:lnSpc>
              <a:spcBef>
                <a:spcPts val="0"/>
              </a:spcBef>
              <a:spcAft>
                <a:spcPts val="0"/>
              </a:spcAft>
              <a:buSzPts val="1800"/>
              <a:buFont typeface="Poppins"/>
              <a:buNone/>
              <a:defRPr sz="1800">
                <a:latin typeface="Poppins"/>
                <a:ea typeface="Poppins"/>
                <a:cs typeface="Poppins"/>
                <a:sym typeface="Poppins"/>
              </a:defRPr>
            </a:lvl4pPr>
            <a:lvl5pPr lvl="4" algn="l">
              <a:lnSpc>
                <a:spcPct val="115000"/>
              </a:lnSpc>
              <a:spcBef>
                <a:spcPts val="0"/>
              </a:spcBef>
              <a:spcAft>
                <a:spcPts val="0"/>
              </a:spcAft>
              <a:buSzPts val="1800"/>
              <a:buFont typeface="Poppins"/>
              <a:buNone/>
              <a:defRPr sz="1800">
                <a:latin typeface="Poppins"/>
                <a:ea typeface="Poppins"/>
                <a:cs typeface="Poppins"/>
                <a:sym typeface="Poppins"/>
              </a:defRPr>
            </a:lvl5pPr>
            <a:lvl6pPr lvl="5" algn="l">
              <a:lnSpc>
                <a:spcPct val="115000"/>
              </a:lnSpc>
              <a:spcBef>
                <a:spcPts val="0"/>
              </a:spcBef>
              <a:spcAft>
                <a:spcPts val="0"/>
              </a:spcAft>
              <a:buSzPts val="1800"/>
              <a:buFont typeface="Poppins"/>
              <a:buNone/>
              <a:defRPr sz="1800">
                <a:latin typeface="Poppins"/>
                <a:ea typeface="Poppins"/>
                <a:cs typeface="Poppins"/>
                <a:sym typeface="Poppins"/>
              </a:defRPr>
            </a:lvl6pPr>
            <a:lvl7pPr lvl="6" algn="l">
              <a:lnSpc>
                <a:spcPct val="115000"/>
              </a:lnSpc>
              <a:spcBef>
                <a:spcPts val="0"/>
              </a:spcBef>
              <a:spcAft>
                <a:spcPts val="0"/>
              </a:spcAft>
              <a:buSzPts val="1800"/>
              <a:buFont typeface="Poppins"/>
              <a:buNone/>
              <a:defRPr sz="1800">
                <a:latin typeface="Poppins"/>
                <a:ea typeface="Poppins"/>
                <a:cs typeface="Poppins"/>
                <a:sym typeface="Poppins"/>
              </a:defRPr>
            </a:lvl7pPr>
            <a:lvl8pPr lvl="7" algn="l">
              <a:lnSpc>
                <a:spcPct val="115000"/>
              </a:lnSpc>
              <a:spcBef>
                <a:spcPts val="0"/>
              </a:spcBef>
              <a:spcAft>
                <a:spcPts val="0"/>
              </a:spcAft>
              <a:buSzPts val="1800"/>
              <a:buFont typeface="Poppins"/>
              <a:buNone/>
              <a:defRPr sz="1800">
                <a:latin typeface="Poppins"/>
                <a:ea typeface="Poppins"/>
                <a:cs typeface="Poppins"/>
                <a:sym typeface="Poppins"/>
              </a:defRPr>
            </a:lvl8pPr>
            <a:lvl9pPr lvl="8" algn="l">
              <a:lnSpc>
                <a:spcPct val="115000"/>
              </a:lnSpc>
              <a:spcBef>
                <a:spcPts val="0"/>
              </a:spcBef>
              <a:spcAft>
                <a:spcPts val="0"/>
              </a:spcAft>
              <a:buSzPts val="1800"/>
              <a:buFont typeface="Poppins"/>
              <a:buNone/>
              <a:defRPr sz="1800">
                <a:latin typeface="Poppins"/>
                <a:ea typeface="Poppins"/>
                <a:cs typeface="Poppins"/>
                <a:sym typeface="Poppins"/>
              </a:defRPr>
            </a:lvl9pPr>
          </a:lstStyle>
          <a:p/>
        </p:txBody>
      </p:sp>
      <p:sp>
        <p:nvSpPr>
          <p:cNvPr id="134" name="Google Shape;134;p11"/>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11"/>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36" name="Google Shape;136;p11"/>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Picture">
  <p:cSld name="TITLE_5_1">
    <p:bg>
      <p:bgPr>
        <a:solidFill>
          <a:srgbClr val="FFFFFF"/>
        </a:solidFill>
      </p:bgPr>
    </p:bg>
    <p:spTree>
      <p:nvGrpSpPr>
        <p:cNvPr id="137" name="Shape 137"/>
        <p:cNvGrpSpPr/>
        <p:nvPr/>
      </p:nvGrpSpPr>
      <p:grpSpPr>
        <a:xfrm>
          <a:off x="0" y="0"/>
          <a:ext cx="0" cy="0"/>
          <a:chOff x="0" y="0"/>
          <a:chExt cx="0" cy="0"/>
        </a:xfrm>
      </p:grpSpPr>
      <p:pic>
        <p:nvPicPr>
          <p:cNvPr id="138" name="Google Shape;138;p12"/>
          <p:cNvPicPr preferRelativeResize="0"/>
          <p:nvPr/>
        </p:nvPicPr>
        <p:blipFill rotWithShape="1">
          <a:blip r:embed="rId2">
            <a:alphaModFix/>
          </a:blip>
          <a:srcRect b="0" l="219" r="219" t="0"/>
          <a:stretch/>
        </p:blipFill>
        <p:spPr>
          <a:xfrm>
            <a:off x="2795887" y="795637"/>
            <a:ext cx="3857025" cy="3857027"/>
          </a:xfrm>
          <a:prstGeom prst="rect">
            <a:avLst/>
          </a:prstGeom>
          <a:noFill/>
          <a:ln>
            <a:noFill/>
          </a:ln>
        </p:spPr>
      </p:pic>
      <p:sp>
        <p:nvSpPr>
          <p:cNvPr id="139" name="Google Shape;139;p12"/>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0" name="Google Shape;140;p12"/>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1" name="Google Shape;141;p12"/>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2" name="Google Shape;142;p12"/>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3" name="Google Shape;143;p12"/>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4" name="Google Shape;144;p12"/>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a:t>
            </a:r>
            <a:r>
              <a:rPr lang="en" sz="1000">
                <a:solidFill>
                  <a:schemeClr val="lt1"/>
                </a:solidFill>
                <a:latin typeface="Oswald SemiBold"/>
                <a:ea typeface="Oswald SemiBold"/>
                <a:cs typeface="Oswald SemiBold"/>
                <a:sym typeface="Oswald SemiBold"/>
              </a:rPr>
              <a:t> </a:t>
            </a:r>
            <a:r>
              <a:rPr b="0" i="0" lang="en" sz="1000" u="none" cap="none" strike="noStrike">
                <a:solidFill>
                  <a:schemeClr val="lt1"/>
                </a:solidFill>
                <a:latin typeface="Oswald SemiBold"/>
                <a:ea typeface="Oswald SemiBold"/>
                <a:cs typeface="Oswald SemiBold"/>
                <a:sym typeface="Oswald SemiBold"/>
              </a:rPr>
              <a:t>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45" name="Google Shape;145;p12"/>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46" name="Google Shape;146;p12"/>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2"/>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148" name="Google Shape;148;p12"/>
          <p:cNvSpPr/>
          <p:nvPr>
            <p:ph idx="2" type="pic"/>
          </p:nvPr>
        </p:nvSpPr>
        <p:spPr>
          <a:xfrm>
            <a:off x="488400" y="778350"/>
            <a:ext cx="8167200" cy="37392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Picture">
  <p:cSld name="TITLE_5_1_1">
    <p:bg>
      <p:bgPr>
        <a:solidFill>
          <a:srgbClr val="FFFFFF"/>
        </a:solidFill>
      </p:bgPr>
    </p:bg>
    <p:spTree>
      <p:nvGrpSpPr>
        <p:cNvPr id="149" name="Shape 149"/>
        <p:cNvGrpSpPr/>
        <p:nvPr/>
      </p:nvGrpSpPr>
      <p:grpSpPr>
        <a:xfrm>
          <a:off x="0" y="0"/>
          <a:ext cx="0" cy="0"/>
          <a:chOff x="0" y="0"/>
          <a:chExt cx="0" cy="0"/>
        </a:xfrm>
      </p:grpSpPr>
      <p:pic>
        <p:nvPicPr>
          <p:cNvPr id="150" name="Google Shape;150;p13"/>
          <p:cNvPicPr preferRelativeResize="0"/>
          <p:nvPr/>
        </p:nvPicPr>
        <p:blipFill rotWithShape="1">
          <a:blip r:embed="rId2">
            <a:alphaModFix/>
          </a:blip>
          <a:srcRect b="0" l="219" r="219" t="0"/>
          <a:stretch/>
        </p:blipFill>
        <p:spPr>
          <a:xfrm>
            <a:off x="2795887" y="795637"/>
            <a:ext cx="3857025" cy="3857027"/>
          </a:xfrm>
          <a:prstGeom prst="rect">
            <a:avLst/>
          </a:prstGeom>
          <a:noFill/>
          <a:ln>
            <a:noFill/>
          </a:ln>
        </p:spPr>
      </p:pic>
      <p:sp>
        <p:nvSpPr>
          <p:cNvPr id="151" name="Google Shape;151;p13"/>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2" name="Google Shape;152;p13"/>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3" name="Google Shape;153;p13"/>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4" name="Google Shape;154;p13"/>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5" name="Google Shape;155;p13"/>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6" name="Google Shape;156;p13"/>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a:t>
            </a:r>
            <a:r>
              <a:rPr lang="en" sz="1000">
                <a:solidFill>
                  <a:schemeClr val="lt1"/>
                </a:solidFill>
                <a:latin typeface="Oswald SemiBold"/>
                <a:ea typeface="Oswald SemiBold"/>
                <a:cs typeface="Oswald SemiBold"/>
                <a:sym typeface="Oswald SemiBold"/>
              </a:rPr>
              <a:t> </a:t>
            </a:r>
            <a:r>
              <a:rPr b="0" i="0" lang="en" sz="1000" u="none" cap="none" strike="noStrike">
                <a:solidFill>
                  <a:schemeClr val="lt1"/>
                </a:solidFill>
                <a:latin typeface="Oswald SemiBold"/>
                <a:ea typeface="Oswald SemiBold"/>
                <a:cs typeface="Oswald SemiBold"/>
                <a:sym typeface="Oswald SemiBold"/>
              </a:rPr>
              <a:t>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57" name="Google Shape;157;p13"/>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58" name="Google Shape;158;p13"/>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59" name="Google Shape;159;p13"/>
          <p:cNvSpPr txBox="1"/>
          <p:nvPr>
            <p:ph type="title"/>
          </p:nvPr>
        </p:nvSpPr>
        <p:spPr>
          <a:xfrm>
            <a:off x="5015825" y="286875"/>
            <a:ext cx="3448500" cy="99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
        <p:nvSpPr>
          <p:cNvPr id="160" name="Google Shape;160;p13"/>
          <p:cNvSpPr/>
          <p:nvPr>
            <p:ph idx="2" type="pic"/>
          </p:nvPr>
        </p:nvSpPr>
        <p:spPr>
          <a:xfrm>
            <a:off x="-29150" y="273600"/>
            <a:ext cx="4595400" cy="4595400"/>
          </a:xfrm>
          <a:prstGeom prst="rect">
            <a:avLst/>
          </a:prstGeom>
          <a:noFill/>
          <a:ln>
            <a:noFill/>
          </a:ln>
        </p:spPr>
      </p:sp>
      <p:sp>
        <p:nvSpPr>
          <p:cNvPr id="161" name="Google Shape;161;p13"/>
          <p:cNvSpPr txBox="1"/>
          <p:nvPr>
            <p:ph idx="1" type="body"/>
          </p:nvPr>
        </p:nvSpPr>
        <p:spPr>
          <a:xfrm>
            <a:off x="5015825" y="1331925"/>
            <a:ext cx="3791100" cy="3523800"/>
          </a:xfrm>
          <a:prstGeom prst="rect">
            <a:avLst/>
          </a:prstGeom>
        </p:spPr>
        <p:txBody>
          <a:bodyPr anchorCtr="0" anchor="t" bIns="68575" lIns="68575" spcFirstLastPara="1" rIns="68575" wrap="square" tIns="68575">
            <a:no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picture border">
  <p:cSld name="CUSTOM_2_1">
    <p:bg>
      <p:bgPr>
        <a:solidFill>
          <a:schemeClr val="dk1"/>
        </a:solidFill>
      </p:bgPr>
    </p:bg>
    <p:spTree>
      <p:nvGrpSpPr>
        <p:cNvPr id="162" name="Shape 162"/>
        <p:cNvGrpSpPr/>
        <p:nvPr/>
      </p:nvGrpSpPr>
      <p:grpSpPr>
        <a:xfrm>
          <a:off x="0" y="0"/>
          <a:ext cx="0" cy="0"/>
          <a:chOff x="0" y="0"/>
          <a:chExt cx="0" cy="0"/>
        </a:xfrm>
      </p:grpSpPr>
      <p:sp>
        <p:nvSpPr>
          <p:cNvPr id="163" name="Google Shape;163;p14"/>
          <p:cNvSpPr/>
          <p:nvPr/>
        </p:nvSpPr>
        <p:spPr>
          <a:xfrm>
            <a:off x="479925"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4" name="Google Shape;164;p14"/>
          <p:cNvSpPr/>
          <p:nvPr/>
        </p:nvSpPr>
        <p:spPr>
          <a:xfrm>
            <a:off x="-154912" y="531038"/>
            <a:ext cx="666600" cy="645900"/>
          </a:xfrm>
          <a:prstGeom prst="homePlate">
            <a:avLst>
              <a:gd fmla="val 50000" name="adj"/>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3A3A3A"/>
              </a:solidFill>
              <a:latin typeface="Oswald"/>
              <a:ea typeface="Oswald"/>
              <a:cs typeface="Oswald"/>
              <a:sym typeface="Oswald"/>
            </a:endParaRPr>
          </a:p>
        </p:txBody>
      </p:sp>
      <p:sp>
        <p:nvSpPr>
          <p:cNvPr id="165" name="Google Shape;165;p14"/>
          <p:cNvSpPr/>
          <p:nvPr/>
        </p:nvSpPr>
        <p:spPr>
          <a:xfrm flipH="1" rot="-8790304">
            <a:off x="7880546" y="-682921"/>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6" name="Google Shape;166;p14"/>
          <p:cNvSpPr/>
          <p:nvPr/>
        </p:nvSpPr>
        <p:spPr>
          <a:xfrm>
            <a:off x="511763"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7" name="Google Shape;167;p14"/>
          <p:cNvSpPr/>
          <p:nvPr/>
        </p:nvSpPr>
        <p:spPr>
          <a:xfrm flipH="1" rot="-8790304">
            <a:off x="4571" y="2887623"/>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68" name="Google Shape;168;p14"/>
          <p:cNvSpPr txBox="1"/>
          <p:nvPr>
            <p:ph idx="12" type="sldNum"/>
          </p:nvPr>
        </p:nvSpPr>
        <p:spPr>
          <a:xfrm>
            <a:off x="8545406" y="4894959"/>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pic>
        <p:nvPicPr>
          <p:cNvPr id="169" name="Google Shape;169;p14"/>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70" name="Google Shape;170;p14"/>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71" name="Google Shape;171;p14"/>
          <p:cNvSpPr txBox="1"/>
          <p:nvPr>
            <p:ph type="title"/>
          </p:nvPr>
        </p:nvSpPr>
        <p:spPr>
          <a:xfrm>
            <a:off x="813025" y="1834075"/>
            <a:ext cx="4587900" cy="12765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2" name="Google Shape;172;p14"/>
          <p:cNvSpPr txBox="1"/>
          <p:nvPr>
            <p:ph idx="1" type="subTitle"/>
          </p:nvPr>
        </p:nvSpPr>
        <p:spPr>
          <a:xfrm>
            <a:off x="813019" y="3172875"/>
            <a:ext cx="6448200" cy="681900"/>
          </a:xfrm>
          <a:prstGeom prst="rect">
            <a:avLst/>
          </a:prstGeom>
          <a:noFill/>
          <a:ln>
            <a:noFill/>
          </a:ln>
        </p:spPr>
        <p:txBody>
          <a:bodyPr anchorCtr="0" anchor="t" bIns="68575" lIns="68575" spcFirstLastPara="1" rIns="68575" wrap="square" tIns="68575">
            <a:noAutofit/>
          </a:bodyPr>
          <a:lstStyle>
            <a:lvl1pPr lvl="0" algn="l">
              <a:lnSpc>
                <a:spcPct val="115000"/>
              </a:lnSpc>
              <a:spcBef>
                <a:spcPts val="0"/>
              </a:spcBef>
              <a:spcAft>
                <a:spcPts val="0"/>
              </a:spcAft>
              <a:buSzPts val="1600"/>
              <a:buFont typeface="Poppins SemiBold"/>
              <a:buNone/>
              <a:defRPr b="1" sz="1600">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
        <p:nvSpPr>
          <p:cNvPr id="173" name="Google Shape;173;p14"/>
          <p:cNvSpPr/>
          <p:nvPr>
            <p:ph idx="2" type="pic"/>
          </p:nvPr>
        </p:nvSpPr>
        <p:spPr>
          <a:xfrm>
            <a:off x="4934750" y="404075"/>
            <a:ext cx="3761400" cy="43356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background">
  <p:cSld name="CUSTOM_2_1_2">
    <p:bg>
      <p:bgPr>
        <a:solidFill>
          <a:schemeClr val="dk1"/>
        </a:solidFill>
      </p:bgPr>
    </p:bg>
    <p:spTree>
      <p:nvGrpSpPr>
        <p:cNvPr id="174" name="Shape 174"/>
        <p:cNvGrpSpPr/>
        <p:nvPr/>
      </p:nvGrpSpPr>
      <p:grpSpPr>
        <a:xfrm>
          <a:off x="0" y="0"/>
          <a:ext cx="0" cy="0"/>
          <a:chOff x="0" y="0"/>
          <a:chExt cx="0" cy="0"/>
        </a:xfrm>
      </p:grpSpPr>
      <p:sp>
        <p:nvSpPr>
          <p:cNvPr id="175" name="Google Shape;175;p15"/>
          <p:cNvSpPr/>
          <p:nvPr/>
        </p:nvSpPr>
        <p:spPr>
          <a:xfrm>
            <a:off x="479925"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76" name="Google Shape;176;p15"/>
          <p:cNvSpPr/>
          <p:nvPr/>
        </p:nvSpPr>
        <p:spPr>
          <a:xfrm>
            <a:off x="-154912" y="531038"/>
            <a:ext cx="666600" cy="645900"/>
          </a:xfrm>
          <a:prstGeom prst="homePlate">
            <a:avLst>
              <a:gd fmla="val 50000" name="adj"/>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3A3A3A"/>
              </a:solidFill>
              <a:latin typeface="Oswald"/>
              <a:ea typeface="Oswald"/>
              <a:cs typeface="Oswald"/>
              <a:sym typeface="Oswald"/>
            </a:endParaRPr>
          </a:p>
        </p:txBody>
      </p:sp>
      <p:sp>
        <p:nvSpPr>
          <p:cNvPr id="177" name="Google Shape;177;p15"/>
          <p:cNvSpPr/>
          <p:nvPr/>
        </p:nvSpPr>
        <p:spPr>
          <a:xfrm flipH="1" rot="-8790304">
            <a:off x="7880546" y="-682921"/>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78" name="Google Shape;178;p15"/>
          <p:cNvSpPr/>
          <p:nvPr/>
        </p:nvSpPr>
        <p:spPr>
          <a:xfrm>
            <a:off x="511763" y="403988"/>
            <a:ext cx="8184300" cy="4335600"/>
          </a:xfrm>
          <a:prstGeom prst="rect">
            <a:avLst/>
          </a:prstGeom>
          <a:solidFill>
            <a:srgbClr val="FFFFFF"/>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79" name="Google Shape;179;p15"/>
          <p:cNvSpPr/>
          <p:nvPr/>
        </p:nvSpPr>
        <p:spPr>
          <a:xfrm flipH="1" rot="-8790304">
            <a:off x="4571" y="2887623"/>
            <a:ext cx="1661281" cy="1661281"/>
          </a:xfrm>
          <a:prstGeom prst="blockArc">
            <a:avLst>
              <a:gd fmla="val 10800000" name="adj1"/>
              <a:gd fmla="val 429787" name="adj2"/>
              <a:gd fmla="val 21625" name="adj3"/>
            </a:avLst>
          </a:prstGeom>
          <a:noFill/>
          <a:ln cap="flat" cmpd="sng" w="19050">
            <a:solidFill>
              <a:srgbClr val="FFFFFF"/>
            </a:solidFill>
            <a:prstDash val="dash"/>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80" name="Google Shape;180;p15"/>
          <p:cNvSpPr txBox="1"/>
          <p:nvPr>
            <p:ph idx="12" type="sldNum"/>
          </p:nvPr>
        </p:nvSpPr>
        <p:spPr>
          <a:xfrm>
            <a:off x="8545406" y="4894959"/>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pic>
        <p:nvPicPr>
          <p:cNvPr id="181" name="Google Shape;181;p15"/>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82" name="Google Shape;182;p15"/>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83" name="Google Shape;183;p15"/>
          <p:cNvSpPr txBox="1"/>
          <p:nvPr>
            <p:ph type="title"/>
          </p:nvPr>
        </p:nvSpPr>
        <p:spPr>
          <a:xfrm>
            <a:off x="813019" y="2611406"/>
            <a:ext cx="6105000" cy="4992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4" name="Google Shape;184;p15"/>
          <p:cNvSpPr txBox="1"/>
          <p:nvPr>
            <p:ph idx="1" type="subTitle"/>
          </p:nvPr>
        </p:nvSpPr>
        <p:spPr>
          <a:xfrm>
            <a:off x="813019" y="3172875"/>
            <a:ext cx="6448200" cy="681900"/>
          </a:xfrm>
          <a:prstGeom prst="rect">
            <a:avLst/>
          </a:prstGeom>
          <a:noFill/>
          <a:ln>
            <a:noFill/>
          </a:ln>
        </p:spPr>
        <p:txBody>
          <a:bodyPr anchorCtr="0" anchor="t" bIns="68575" lIns="68575" spcFirstLastPara="1" rIns="68575" wrap="square" tIns="68575">
            <a:noAutofit/>
          </a:bodyPr>
          <a:lstStyle>
            <a:lvl1pPr lvl="0" algn="l">
              <a:lnSpc>
                <a:spcPct val="115000"/>
              </a:lnSpc>
              <a:spcBef>
                <a:spcPts val="0"/>
              </a:spcBef>
              <a:spcAft>
                <a:spcPts val="0"/>
              </a:spcAft>
              <a:buSzPts val="1600"/>
              <a:buFont typeface="Poppins SemiBold"/>
              <a:buNone/>
              <a:defRPr b="1" sz="1600">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Background">
  <p:cSld name="CUSTOM_3_1_1_1_1">
    <p:spTree>
      <p:nvGrpSpPr>
        <p:cNvPr id="185" name="Shape 185"/>
        <p:cNvGrpSpPr/>
        <p:nvPr/>
      </p:nvGrpSpPr>
      <p:grpSpPr>
        <a:xfrm>
          <a:off x="0" y="0"/>
          <a:ext cx="0" cy="0"/>
          <a:chOff x="0" y="0"/>
          <a:chExt cx="0" cy="0"/>
        </a:xfrm>
      </p:grpSpPr>
      <p:pic>
        <p:nvPicPr>
          <p:cNvPr id="186" name="Google Shape;186;p16"/>
          <p:cNvPicPr preferRelativeResize="0"/>
          <p:nvPr/>
        </p:nvPicPr>
        <p:blipFill rotWithShape="1">
          <a:blip r:embed="rId2">
            <a:alphaModFix/>
          </a:blip>
          <a:srcRect b="0" l="219" r="219" t="0"/>
          <a:stretch/>
        </p:blipFill>
        <p:spPr>
          <a:xfrm>
            <a:off x="2643487" y="643237"/>
            <a:ext cx="3857025" cy="3857027"/>
          </a:xfrm>
          <a:prstGeom prst="rect">
            <a:avLst/>
          </a:prstGeom>
          <a:noFill/>
          <a:ln>
            <a:noFill/>
          </a:ln>
        </p:spPr>
      </p:pic>
      <p:sp>
        <p:nvSpPr>
          <p:cNvPr id="187" name="Google Shape;187;p16"/>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88" name="Google Shape;188;p16"/>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89" name="Google Shape;189;p16"/>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90" name="Google Shape;190;p16"/>
          <p:cNvSpPr/>
          <p:nvPr/>
        </p:nvSpPr>
        <p:spPr>
          <a:xfrm>
            <a:off x="2181844" y="4869067"/>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91" name="Google Shape;191;p16"/>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92" name="Google Shape;192;p16"/>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193" name="Google Shape;193;p16"/>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16"/>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195" name="Google Shape;195;p16"/>
          <p:cNvSpPr txBox="1"/>
          <p:nvPr>
            <p:ph type="title"/>
          </p:nvPr>
        </p:nvSpPr>
        <p:spPr>
          <a:xfrm>
            <a:off x="450869" y="2306231"/>
            <a:ext cx="7931700" cy="785100"/>
          </a:xfrm>
          <a:prstGeom prst="rect">
            <a:avLst/>
          </a:prstGeom>
          <a:noFill/>
          <a:ln>
            <a:noFill/>
          </a:ln>
        </p:spPr>
        <p:txBody>
          <a:bodyPr anchorCtr="0" anchor="b" bIns="68575" lIns="68575" spcFirstLastPara="1" rIns="68575" wrap="square" tIns="68575">
            <a:noAutofit/>
          </a:bodyPr>
          <a:lstStyle>
            <a:lvl1pPr lvl="0" algn="l">
              <a:lnSpc>
                <a:spcPct val="100000"/>
              </a:lnSpc>
              <a:spcBef>
                <a:spcPts val="0"/>
              </a:spcBef>
              <a:spcAft>
                <a:spcPts val="0"/>
              </a:spcAft>
              <a:buClr>
                <a:schemeClr val="dk1"/>
              </a:buClr>
              <a:buSzPts val="3000"/>
              <a:buFont typeface="Oswald"/>
              <a:buNone/>
              <a:defRPr b="1">
                <a:solidFill>
                  <a:schemeClr val="dk1"/>
                </a:solidFill>
                <a:latin typeface="Oswald"/>
                <a:ea typeface="Oswald"/>
                <a:cs typeface="Oswald"/>
                <a:sym typeface="Oswald"/>
              </a:defRPr>
            </a:lvl1pPr>
            <a:lvl2pPr lvl="1" algn="l">
              <a:lnSpc>
                <a:spcPct val="100000"/>
              </a:lnSpc>
              <a:spcBef>
                <a:spcPts val="0"/>
              </a:spcBef>
              <a:spcAft>
                <a:spcPts val="0"/>
              </a:spcAft>
              <a:buSzPts val="3300"/>
              <a:buFont typeface="Oswald"/>
              <a:buNone/>
              <a:defRPr b="1" sz="3300">
                <a:latin typeface="Oswald"/>
                <a:ea typeface="Oswald"/>
                <a:cs typeface="Oswald"/>
                <a:sym typeface="Oswald"/>
              </a:defRPr>
            </a:lvl2pPr>
            <a:lvl3pPr lvl="2" algn="l">
              <a:lnSpc>
                <a:spcPct val="100000"/>
              </a:lnSpc>
              <a:spcBef>
                <a:spcPts val="0"/>
              </a:spcBef>
              <a:spcAft>
                <a:spcPts val="0"/>
              </a:spcAft>
              <a:buSzPts val="3300"/>
              <a:buFont typeface="Oswald"/>
              <a:buNone/>
              <a:defRPr b="1" sz="3300">
                <a:latin typeface="Oswald"/>
                <a:ea typeface="Oswald"/>
                <a:cs typeface="Oswald"/>
                <a:sym typeface="Oswald"/>
              </a:defRPr>
            </a:lvl3pPr>
            <a:lvl4pPr lvl="3" algn="l">
              <a:lnSpc>
                <a:spcPct val="100000"/>
              </a:lnSpc>
              <a:spcBef>
                <a:spcPts val="0"/>
              </a:spcBef>
              <a:spcAft>
                <a:spcPts val="0"/>
              </a:spcAft>
              <a:buSzPts val="3300"/>
              <a:buFont typeface="Oswald"/>
              <a:buNone/>
              <a:defRPr b="1" sz="3300">
                <a:latin typeface="Oswald"/>
                <a:ea typeface="Oswald"/>
                <a:cs typeface="Oswald"/>
                <a:sym typeface="Oswald"/>
              </a:defRPr>
            </a:lvl4pPr>
            <a:lvl5pPr lvl="4" algn="l">
              <a:lnSpc>
                <a:spcPct val="100000"/>
              </a:lnSpc>
              <a:spcBef>
                <a:spcPts val="0"/>
              </a:spcBef>
              <a:spcAft>
                <a:spcPts val="0"/>
              </a:spcAft>
              <a:buSzPts val="3300"/>
              <a:buFont typeface="Oswald"/>
              <a:buNone/>
              <a:defRPr b="1" sz="3300">
                <a:latin typeface="Oswald"/>
                <a:ea typeface="Oswald"/>
                <a:cs typeface="Oswald"/>
                <a:sym typeface="Oswald"/>
              </a:defRPr>
            </a:lvl5pPr>
            <a:lvl6pPr lvl="5" algn="l">
              <a:lnSpc>
                <a:spcPct val="100000"/>
              </a:lnSpc>
              <a:spcBef>
                <a:spcPts val="0"/>
              </a:spcBef>
              <a:spcAft>
                <a:spcPts val="0"/>
              </a:spcAft>
              <a:buSzPts val="3300"/>
              <a:buFont typeface="Oswald"/>
              <a:buNone/>
              <a:defRPr b="1" sz="3300">
                <a:latin typeface="Oswald"/>
                <a:ea typeface="Oswald"/>
                <a:cs typeface="Oswald"/>
                <a:sym typeface="Oswald"/>
              </a:defRPr>
            </a:lvl6pPr>
            <a:lvl7pPr lvl="6" algn="l">
              <a:lnSpc>
                <a:spcPct val="100000"/>
              </a:lnSpc>
              <a:spcBef>
                <a:spcPts val="0"/>
              </a:spcBef>
              <a:spcAft>
                <a:spcPts val="0"/>
              </a:spcAft>
              <a:buSzPts val="3300"/>
              <a:buFont typeface="Oswald"/>
              <a:buNone/>
              <a:defRPr b="1" sz="3300">
                <a:latin typeface="Oswald"/>
                <a:ea typeface="Oswald"/>
                <a:cs typeface="Oswald"/>
                <a:sym typeface="Oswald"/>
              </a:defRPr>
            </a:lvl7pPr>
            <a:lvl8pPr lvl="7" algn="l">
              <a:lnSpc>
                <a:spcPct val="100000"/>
              </a:lnSpc>
              <a:spcBef>
                <a:spcPts val="0"/>
              </a:spcBef>
              <a:spcAft>
                <a:spcPts val="0"/>
              </a:spcAft>
              <a:buSzPts val="3300"/>
              <a:buFont typeface="Oswald"/>
              <a:buNone/>
              <a:defRPr b="1" sz="3300">
                <a:latin typeface="Oswald"/>
                <a:ea typeface="Oswald"/>
                <a:cs typeface="Oswald"/>
                <a:sym typeface="Oswald"/>
              </a:defRPr>
            </a:lvl8pPr>
            <a:lvl9pPr lvl="8" algn="l">
              <a:lnSpc>
                <a:spcPct val="100000"/>
              </a:lnSpc>
              <a:spcBef>
                <a:spcPts val="0"/>
              </a:spcBef>
              <a:spcAft>
                <a:spcPts val="0"/>
              </a:spcAft>
              <a:buSzPts val="3300"/>
              <a:buFont typeface="Oswald"/>
              <a:buNone/>
              <a:defRPr b="1" sz="3300">
                <a:latin typeface="Oswald"/>
                <a:ea typeface="Oswald"/>
                <a:cs typeface="Oswald"/>
                <a:sym typeface="Oswald"/>
              </a:defRPr>
            </a:lvl9pPr>
          </a:lstStyle>
          <a:p/>
        </p:txBody>
      </p:sp>
      <p:sp>
        <p:nvSpPr>
          <p:cNvPr id="196" name="Google Shape;196;p16"/>
          <p:cNvSpPr txBox="1"/>
          <p:nvPr>
            <p:ph idx="2" type="title"/>
          </p:nvPr>
        </p:nvSpPr>
        <p:spPr>
          <a:xfrm>
            <a:off x="450869" y="3179344"/>
            <a:ext cx="7239000" cy="4389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Clr>
                <a:schemeClr val="dk2"/>
              </a:buClr>
              <a:buSzPts val="1800"/>
              <a:buFont typeface="Poppins Medium"/>
              <a:buNone/>
              <a:defRPr sz="1800">
                <a:solidFill>
                  <a:schemeClr val="dk2"/>
                </a:solidFill>
                <a:latin typeface="Poppins Medium"/>
                <a:ea typeface="Poppins Medium"/>
                <a:cs typeface="Poppins Medium"/>
                <a:sym typeface="Poppins Medium"/>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Exercise - Lets DO IT">
    <p:bg>
      <p:bgPr>
        <a:solidFill>
          <a:schemeClr val="accent1"/>
        </a:solidFill>
      </p:bgPr>
    </p:bg>
    <p:spTree>
      <p:nvGrpSpPr>
        <p:cNvPr id="197" name="Shape 197"/>
        <p:cNvGrpSpPr/>
        <p:nvPr/>
      </p:nvGrpSpPr>
      <p:grpSpPr>
        <a:xfrm>
          <a:off x="0" y="0"/>
          <a:ext cx="0" cy="0"/>
          <a:chOff x="0" y="0"/>
          <a:chExt cx="0" cy="0"/>
        </a:xfrm>
      </p:grpSpPr>
      <p:sp>
        <p:nvSpPr>
          <p:cNvPr id="198" name="Google Shape;198;p17"/>
          <p:cNvSpPr txBox="1"/>
          <p:nvPr>
            <p:ph type="title"/>
          </p:nvPr>
        </p:nvSpPr>
        <p:spPr>
          <a:xfrm>
            <a:off x="791580" y="1869672"/>
            <a:ext cx="7886700" cy="994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000"/>
              <a:buNone/>
              <a:defRPr sz="7762">
                <a:solidFill>
                  <a:schemeClr val="lt1"/>
                </a:solidFill>
                <a:latin typeface="Oswald"/>
                <a:ea typeface="Oswald"/>
                <a:cs typeface="Oswald"/>
                <a:sym typeface="Oswald"/>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199" name="Google Shape;199;p17"/>
          <p:cNvSpPr txBox="1"/>
          <p:nvPr>
            <p:ph idx="12" type="sldNum"/>
          </p:nvPr>
        </p:nvSpPr>
        <p:spPr>
          <a:xfrm>
            <a:off x="8556806" y="4894959"/>
            <a:ext cx="423600" cy="15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1pPr>
            <a:lvl2pPr indent="0" lvl="1"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2pPr>
            <a:lvl3pPr indent="0" lvl="2"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3pPr>
            <a:lvl4pPr indent="0" lvl="3"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4pPr>
            <a:lvl5pPr indent="0" lvl="4"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5pPr>
            <a:lvl6pPr indent="0" lvl="5"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6pPr>
            <a:lvl7pPr indent="0" lvl="6"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7pPr>
            <a:lvl8pPr indent="0" lvl="7"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8pPr>
            <a:lvl9pPr indent="0" lvl="8"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Picture">
  <p:cSld name="Exercise - Lets DO IT_1">
    <p:bg>
      <p:bgPr>
        <a:solidFill>
          <a:schemeClr val="accent1"/>
        </a:solidFill>
      </p:bgPr>
    </p:bg>
    <p:spTree>
      <p:nvGrpSpPr>
        <p:cNvPr id="200" name="Shape 200"/>
        <p:cNvGrpSpPr/>
        <p:nvPr/>
      </p:nvGrpSpPr>
      <p:grpSpPr>
        <a:xfrm>
          <a:off x="0" y="0"/>
          <a:ext cx="0" cy="0"/>
          <a:chOff x="0" y="0"/>
          <a:chExt cx="0" cy="0"/>
        </a:xfrm>
      </p:grpSpPr>
      <p:sp>
        <p:nvSpPr>
          <p:cNvPr id="201" name="Google Shape;201;p18"/>
          <p:cNvSpPr txBox="1"/>
          <p:nvPr>
            <p:ph type="title"/>
          </p:nvPr>
        </p:nvSpPr>
        <p:spPr>
          <a:xfrm>
            <a:off x="4187077" y="1869675"/>
            <a:ext cx="4491300" cy="994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500"/>
              <a:buNone/>
              <a:defRPr sz="6500">
                <a:solidFill>
                  <a:schemeClr val="lt1"/>
                </a:solidFill>
                <a:latin typeface="Oswald"/>
                <a:ea typeface="Oswald"/>
                <a:cs typeface="Oswald"/>
                <a:sym typeface="Oswald"/>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202" name="Google Shape;202;p18"/>
          <p:cNvSpPr txBox="1"/>
          <p:nvPr>
            <p:ph idx="12" type="sldNum"/>
          </p:nvPr>
        </p:nvSpPr>
        <p:spPr>
          <a:xfrm>
            <a:off x="8556806" y="4894959"/>
            <a:ext cx="423600" cy="1545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1pPr>
            <a:lvl2pPr indent="0" lvl="1"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2pPr>
            <a:lvl3pPr indent="0" lvl="2"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3pPr>
            <a:lvl4pPr indent="0" lvl="3"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4pPr>
            <a:lvl5pPr indent="0" lvl="4"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5pPr>
            <a:lvl6pPr indent="0" lvl="5"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6pPr>
            <a:lvl7pPr indent="0" lvl="6"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7pPr>
            <a:lvl8pPr indent="0" lvl="7"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8pPr>
            <a:lvl9pPr indent="0" lvl="8" marL="0" marR="0" algn="r">
              <a:lnSpc>
                <a:spcPct val="100000"/>
              </a:lnSpc>
              <a:spcBef>
                <a:spcPts val="0"/>
              </a:spcBef>
              <a:spcAft>
                <a:spcPts val="0"/>
              </a:spcAft>
              <a:buClr>
                <a:srgbClr val="FFFFFF"/>
              </a:buClr>
              <a:buSzPts val="197"/>
              <a:buFont typeface="Arial"/>
              <a:buNone/>
              <a:defRPr b="1" i="0" sz="1100" u="none" cap="none" strike="noStrike">
                <a:solidFill>
                  <a:srgbClr val="FFFFFF"/>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18"/>
          <p:cNvSpPr/>
          <p:nvPr>
            <p:ph idx="2" type="pic"/>
          </p:nvPr>
        </p:nvSpPr>
        <p:spPr>
          <a:xfrm>
            <a:off x="139975" y="195150"/>
            <a:ext cx="4090800" cy="46737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5">
    <p:bg>
      <p:bgPr>
        <a:solidFill>
          <a:srgbClr val="FFFFFF"/>
        </a:solidFill>
      </p:bgPr>
    </p:bg>
    <p:spTree>
      <p:nvGrpSpPr>
        <p:cNvPr id="204" name="Shape 204"/>
        <p:cNvGrpSpPr/>
        <p:nvPr/>
      </p:nvGrpSpPr>
      <p:grpSpPr>
        <a:xfrm>
          <a:off x="0" y="0"/>
          <a:ext cx="0" cy="0"/>
          <a:chOff x="0" y="0"/>
          <a:chExt cx="0" cy="0"/>
        </a:xfrm>
      </p:grpSpPr>
      <p:pic>
        <p:nvPicPr>
          <p:cNvPr id="205" name="Google Shape;205;p19"/>
          <p:cNvPicPr preferRelativeResize="0"/>
          <p:nvPr/>
        </p:nvPicPr>
        <p:blipFill rotWithShape="1">
          <a:blip r:embed="rId2">
            <a:alphaModFix/>
          </a:blip>
          <a:srcRect b="0" l="217" r="219" t="0"/>
          <a:stretch/>
        </p:blipFill>
        <p:spPr>
          <a:xfrm>
            <a:off x="2795887" y="795637"/>
            <a:ext cx="3857025" cy="3857027"/>
          </a:xfrm>
          <a:prstGeom prst="rect">
            <a:avLst/>
          </a:prstGeom>
          <a:noFill/>
          <a:ln>
            <a:noFill/>
          </a:ln>
        </p:spPr>
      </p:pic>
      <p:sp>
        <p:nvSpPr>
          <p:cNvPr id="206" name="Google Shape;206;p19"/>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07" name="Google Shape;207;p19"/>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08" name="Google Shape;208;p19"/>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09" name="Google Shape;209;p19"/>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0" name="Google Shape;210;p19"/>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1" name="Google Shape;211;p19"/>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a:t>
            </a:r>
            <a:r>
              <a:rPr lang="en" sz="1000">
                <a:solidFill>
                  <a:schemeClr val="lt1"/>
                </a:solidFill>
                <a:latin typeface="Oswald SemiBold"/>
                <a:ea typeface="Oswald SemiBold"/>
                <a:cs typeface="Oswald SemiBold"/>
                <a:sym typeface="Oswald SemiBold"/>
              </a:rPr>
              <a:t> </a:t>
            </a:r>
            <a:r>
              <a:rPr b="0" i="0" lang="en" sz="1000" u="none" cap="none" strike="noStrike">
                <a:solidFill>
                  <a:schemeClr val="lt1"/>
                </a:solidFill>
                <a:latin typeface="Oswald SemiBold"/>
                <a:ea typeface="Oswald SemiBold"/>
                <a:cs typeface="Oswald SemiBold"/>
                <a:sym typeface="Oswald SemiBold"/>
              </a:rPr>
              <a:t>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212" name="Google Shape;212;p19"/>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3" name="Google Shape;213;p19"/>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19"/>
          <p:cNvSpPr txBox="1"/>
          <p:nvPr>
            <p:ph type="title"/>
          </p:nvPr>
        </p:nvSpPr>
        <p:spPr>
          <a:xfrm>
            <a:off x="685982" y="1894350"/>
            <a:ext cx="6083100" cy="13548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
    <p:spTree>
      <p:nvGrpSpPr>
        <p:cNvPr id="215" name="Shape 215"/>
        <p:cNvGrpSpPr/>
        <p:nvPr/>
      </p:nvGrpSpPr>
      <p:grpSpPr>
        <a:xfrm>
          <a:off x="0" y="0"/>
          <a:ext cx="0" cy="0"/>
          <a:chOff x="0" y="0"/>
          <a:chExt cx="0" cy="0"/>
        </a:xfrm>
      </p:grpSpPr>
      <p:sp>
        <p:nvSpPr>
          <p:cNvPr id="216" name="Google Shape;216;p20"/>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7" name="Google Shape;217;p20"/>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8" name="Google Shape;218;p20"/>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19" name="Google Shape;219;p20"/>
          <p:cNvSpPr/>
          <p:nvPr/>
        </p:nvSpPr>
        <p:spPr>
          <a:xfrm>
            <a:off x="2181844"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0" name="Google Shape;220;p20"/>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1" name="Google Shape;221;p20"/>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2" name="Google Shape;222;p20"/>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20"/>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pic>
        <p:nvPicPr>
          <p:cNvPr id="224" name="Google Shape;224;p20"/>
          <p:cNvPicPr preferRelativeResize="0"/>
          <p:nvPr/>
        </p:nvPicPr>
        <p:blipFill rotWithShape="1">
          <a:blip r:embed="rId2">
            <a:alphaModFix/>
          </a:blip>
          <a:srcRect b="0" l="219" r="219" t="0"/>
          <a:stretch/>
        </p:blipFill>
        <p:spPr>
          <a:xfrm>
            <a:off x="2688037" y="649937"/>
            <a:ext cx="3857025" cy="385702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9">
    <p:bg>
      <p:bgPr>
        <a:solidFill>
          <a:srgbClr val="FFFFFF"/>
        </a:solidFill>
      </p:bgPr>
    </p:bg>
    <p:spTree>
      <p:nvGrpSpPr>
        <p:cNvPr id="225" name="Shape 225"/>
        <p:cNvGrpSpPr/>
        <p:nvPr/>
      </p:nvGrpSpPr>
      <p:grpSpPr>
        <a:xfrm>
          <a:off x="0" y="0"/>
          <a:ext cx="0" cy="0"/>
          <a:chOff x="0" y="0"/>
          <a:chExt cx="0" cy="0"/>
        </a:xfrm>
      </p:grpSpPr>
      <p:pic>
        <p:nvPicPr>
          <p:cNvPr id="226" name="Google Shape;226;p21"/>
          <p:cNvPicPr preferRelativeResize="0"/>
          <p:nvPr/>
        </p:nvPicPr>
        <p:blipFill rotWithShape="1">
          <a:blip r:embed="rId2">
            <a:alphaModFix/>
          </a:blip>
          <a:srcRect b="0" l="219" r="219" t="0"/>
          <a:stretch/>
        </p:blipFill>
        <p:spPr>
          <a:xfrm>
            <a:off x="2795887" y="795637"/>
            <a:ext cx="3857025" cy="3857027"/>
          </a:xfrm>
          <a:prstGeom prst="rect">
            <a:avLst/>
          </a:prstGeom>
          <a:noFill/>
          <a:ln>
            <a:noFill/>
          </a:ln>
        </p:spPr>
      </p:pic>
      <p:sp>
        <p:nvSpPr>
          <p:cNvPr id="227" name="Google Shape;227;p21"/>
          <p:cNvSpPr/>
          <p:nvPr/>
        </p:nvSpPr>
        <p:spPr>
          <a:xfrm>
            <a:off x="6134719" y="-37621"/>
            <a:ext cx="30675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8" name="Google Shape;228;p21"/>
          <p:cNvSpPr/>
          <p:nvPr/>
        </p:nvSpPr>
        <p:spPr>
          <a:xfrm flipH="1" rot="10800000">
            <a:off x="6537122" y="-34547"/>
            <a:ext cx="231900" cy="293700"/>
          </a:xfrm>
          <a:prstGeom prst="rtTriangle">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29" name="Google Shape;229;p21"/>
          <p:cNvSpPr/>
          <p:nvPr/>
        </p:nvSpPr>
        <p:spPr>
          <a:xfrm>
            <a:off x="-29156" y="-37621"/>
            <a:ext cx="65742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0" name="Google Shape;230;p21"/>
          <p:cNvSpPr/>
          <p:nvPr/>
        </p:nvSpPr>
        <p:spPr>
          <a:xfrm>
            <a:off x="2200819" y="4870538"/>
            <a:ext cx="7001700" cy="296700"/>
          </a:xfrm>
          <a:prstGeom prst="rect">
            <a:avLst/>
          </a:prstGeom>
          <a:solidFill>
            <a:schemeClr val="lt2"/>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1" name="Google Shape;231;p21"/>
          <p:cNvSpPr/>
          <p:nvPr/>
        </p:nvSpPr>
        <p:spPr>
          <a:xfrm>
            <a:off x="-29156" y="4870538"/>
            <a:ext cx="2613300" cy="2967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2" name="Google Shape;232;p21"/>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Oswald SemiBold"/>
                <a:ea typeface="Oswald SemiBold"/>
                <a:cs typeface="Oswald SemiBold"/>
                <a:sym typeface="Oswald SemiBold"/>
              </a:rPr>
              <a:t>© Institute of Product Leadership</a:t>
            </a:r>
            <a:endParaRPr b="0" i="0" sz="1000" u="none" cap="none" strike="noStrike">
              <a:solidFill>
                <a:schemeClr val="lt1"/>
              </a:solidFill>
              <a:latin typeface="Oswald SemiBold"/>
              <a:ea typeface="Oswald SemiBold"/>
              <a:cs typeface="Oswald SemiBold"/>
              <a:sym typeface="Oswald SemiBold"/>
            </a:endParaRPr>
          </a:p>
        </p:txBody>
      </p:sp>
      <p:sp>
        <p:nvSpPr>
          <p:cNvPr id="233" name="Google Shape;233;p21"/>
          <p:cNvSpPr/>
          <p:nvPr/>
        </p:nvSpPr>
        <p:spPr>
          <a:xfrm flipH="1" rot="10800000">
            <a:off x="2584247" y="4870688"/>
            <a:ext cx="231900" cy="293700"/>
          </a:xfrm>
          <a:prstGeom prst="rtTriangle">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swald"/>
              <a:ea typeface="Oswald"/>
              <a:cs typeface="Oswald"/>
              <a:sym typeface="Oswald"/>
            </a:endParaRPr>
          </a:p>
        </p:txBody>
      </p:sp>
      <p:sp>
        <p:nvSpPr>
          <p:cNvPr id="234" name="Google Shape;234;p21"/>
          <p:cNvSpPr txBox="1"/>
          <p:nvPr>
            <p:ph idx="12" type="sldNum"/>
          </p:nvPr>
        </p:nvSpPr>
        <p:spPr>
          <a:xfrm>
            <a:off x="8545406" y="4940297"/>
            <a:ext cx="423600" cy="1545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21"/>
          <p:cNvSpPr txBox="1"/>
          <p:nvPr>
            <p:ph type="title"/>
          </p:nvPr>
        </p:nvSpPr>
        <p:spPr>
          <a:xfrm>
            <a:off x="481509" y="231706"/>
            <a:ext cx="6871500" cy="514500"/>
          </a:xfrm>
          <a:prstGeom prst="rect">
            <a:avLst/>
          </a:prstGeom>
          <a:noFill/>
          <a:ln>
            <a:noFill/>
          </a:ln>
        </p:spPr>
        <p:txBody>
          <a:bodyPr anchorCtr="0" anchor="ctr" bIns="68575" lIns="68575" spcFirstLastPara="1" rIns="68575" wrap="square" tIns="68575">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3300">
                <a:latin typeface="Oswald SemiBold"/>
                <a:ea typeface="Oswald SemiBold"/>
                <a:cs typeface="Oswald SemiBold"/>
                <a:sym typeface="Oswald SemiBol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34509" y="231706"/>
            <a:ext cx="6859800" cy="514500"/>
          </a:xfrm>
          <a:prstGeom prst="rect">
            <a:avLst/>
          </a:prstGeom>
          <a:noFill/>
          <a:ln>
            <a:noFill/>
          </a:ln>
        </p:spPr>
        <p:txBody>
          <a:bodyPr anchorCtr="0" anchor="ctr" bIns="68575" lIns="68575" spcFirstLastPara="1" rIns="68575" wrap="square" tIns="68575">
            <a:noAutofit/>
          </a:bodyPr>
          <a:lstStyle>
            <a:lvl1pPr lvl="0" marR="0" rtl="0" algn="l">
              <a:lnSpc>
                <a:spcPct val="100000"/>
              </a:lnSpc>
              <a:spcBef>
                <a:spcPts val="0"/>
              </a:spcBef>
              <a:spcAft>
                <a:spcPts val="0"/>
              </a:spcAft>
              <a:buClr>
                <a:schemeClr val="accent1"/>
              </a:buClr>
              <a:buSzPts val="3000"/>
              <a:buFont typeface="Oswald"/>
              <a:buNone/>
              <a:defRPr b="1" i="0" sz="3000" u="none" cap="none" strike="noStrike">
                <a:solidFill>
                  <a:schemeClr val="accent1"/>
                </a:solidFill>
                <a:latin typeface="Oswald"/>
                <a:ea typeface="Oswald"/>
                <a:cs typeface="Oswald"/>
                <a:sym typeface="Oswald"/>
              </a:defRPr>
            </a:lvl1pPr>
            <a:lvl2pPr lvl="1"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2pPr>
            <a:lvl3pPr lvl="2"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3pPr>
            <a:lvl4pPr lvl="3"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4pPr>
            <a:lvl5pPr lvl="4"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5pPr>
            <a:lvl6pPr lvl="5"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6pPr>
            <a:lvl7pPr lvl="6"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7pPr>
            <a:lvl8pPr lvl="7"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8pPr>
            <a:lvl9pPr lvl="8" marR="0" rtl="0" algn="l">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9pPr>
          </a:lstStyle>
          <a:p/>
        </p:txBody>
      </p:sp>
      <p:sp>
        <p:nvSpPr>
          <p:cNvPr id="7" name="Google Shape;7;p1"/>
          <p:cNvSpPr txBox="1"/>
          <p:nvPr>
            <p:ph idx="1" type="body"/>
          </p:nvPr>
        </p:nvSpPr>
        <p:spPr>
          <a:xfrm>
            <a:off x="685975" y="945351"/>
            <a:ext cx="7545600" cy="3663900"/>
          </a:xfrm>
          <a:prstGeom prst="rect">
            <a:avLst/>
          </a:prstGeom>
          <a:noFill/>
          <a:ln>
            <a:noFill/>
          </a:ln>
        </p:spPr>
        <p:txBody>
          <a:bodyPr anchorCtr="0" anchor="t" bIns="68575" lIns="68575" spcFirstLastPara="1" rIns="68575" wrap="square" tIns="68575">
            <a:noAutofit/>
          </a:bodyPr>
          <a:lstStyle>
            <a:lvl1pPr indent="-304800" lvl="0" marL="4572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1pPr>
            <a:lvl2pPr indent="-304800" lvl="1" marL="9144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2pPr>
            <a:lvl3pPr indent="-304800" lvl="2" marL="13716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3pPr>
            <a:lvl4pPr indent="-304800" lvl="3" marL="18288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4pPr>
            <a:lvl5pPr indent="-304800" lvl="4" marL="22860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5pPr>
            <a:lvl6pPr indent="-304800" lvl="5" marL="27432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6pPr>
            <a:lvl7pPr indent="-304800" lvl="6" marL="32004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7pPr>
            <a:lvl8pPr indent="-304800" lvl="7" marL="36576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8pPr>
            <a:lvl9pPr indent="-304800" lvl="8" marL="4114800" marR="0" rtl="0" algn="l">
              <a:lnSpc>
                <a:spcPct val="115000"/>
              </a:lnSpc>
              <a:spcBef>
                <a:spcPts val="0"/>
              </a:spcBef>
              <a:spcAft>
                <a:spcPts val="0"/>
              </a:spcAft>
              <a:buClr>
                <a:schemeClr val="dk2"/>
              </a:buClr>
              <a:buSzPts val="1200"/>
              <a:buFont typeface="Poppins"/>
              <a:buChar char="■"/>
              <a:defRPr b="0" i="0" sz="1200" u="none" cap="none" strike="noStrike">
                <a:solidFill>
                  <a:schemeClr val="dk2"/>
                </a:solidFill>
                <a:latin typeface="Poppins"/>
                <a:ea typeface="Poppins"/>
                <a:cs typeface="Poppins"/>
                <a:sym typeface="Poppins"/>
              </a:defRPr>
            </a:lvl9pPr>
          </a:lstStyle>
          <a:p/>
        </p:txBody>
      </p:sp>
      <p:sp>
        <p:nvSpPr>
          <p:cNvPr id="8" name="Google Shape;8;p1"/>
          <p:cNvSpPr txBox="1"/>
          <p:nvPr>
            <p:ph idx="12" type="sldNum"/>
          </p:nvPr>
        </p:nvSpPr>
        <p:spPr>
          <a:xfrm>
            <a:off x="8556806" y="4894959"/>
            <a:ext cx="423600" cy="154500"/>
          </a:xfrm>
          <a:prstGeom prst="rect">
            <a:avLst/>
          </a:prstGeom>
          <a:noFill/>
          <a:ln>
            <a:noFill/>
          </a:ln>
        </p:spPr>
        <p:txBody>
          <a:bodyPr anchorCtr="0" anchor="ctr" bIns="68575" lIns="68575" spcFirstLastPara="1" rIns="68575" wrap="square" tIns="685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028500" y="4897755"/>
            <a:ext cx="3087000" cy="205800"/>
          </a:xfrm>
          <a:prstGeom prst="rect">
            <a:avLst/>
          </a:prstGeom>
          <a:no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Oswald SemiBold"/>
                <a:ea typeface="Oswald SemiBold"/>
                <a:cs typeface="Oswald SemiBold"/>
                <a:sym typeface="Oswald SemiBold"/>
              </a:rPr>
              <a:t>© Institute of Product Leadership</a:t>
            </a:r>
            <a:endParaRPr b="0" i="0" sz="1000" u="none" cap="none" strike="noStrike">
              <a:solidFill>
                <a:schemeClr val="dk2"/>
              </a:solidFill>
              <a:latin typeface="Oswald SemiBold"/>
              <a:ea typeface="Oswald SemiBold"/>
              <a:cs typeface="Oswald SemiBold"/>
              <a:sym typeface="Oswald SemiBo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08">
          <p15:clr>
            <a:srgbClr val="E46962"/>
          </p15:clr>
        </p15:guide>
        <p15:guide id="2" orient="horz" pos="486">
          <p15:clr>
            <a:srgbClr val="E46962"/>
          </p15:clr>
        </p15:guide>
        <p15:guide id="3" orient="horz" pos="3197">
          <p15:clr>
            <a:srgbClr val="980000"/>
          </p15:clr>
        </p15:guide>
        <p15:guide id="4" orient="horz" pos="3067">
          <p15:clr>
            <a:srgbClr val="E46962"/>
          </p15:clr>
        </p15:guide>
        <p15:guide id="5" orient="horz" pos="3024">
          <p15:clr>
            <a:srgbClr val="E46962"/>
          </p15:clr>
        </p15:guide>
        <p15:guide id="6" pos="432">
          <p15:clr>
            <a:schemeClr val="accent6"/>
          </p15:clr>
        </p15:guide>
        <p15:guide id="7" pos="5185">
          <p15:clr>
            <a:schemeClr val="accent6"/>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813025" y="1295750"/>
            <a:ext cx="4008900" cy="1814700"/>
          </a:xfrm>
          <a:prstGeom prst="rect">
            <a:avLst/>
          </a:prstGeom>
        </p:spPr>
        <p:txBody>
          <a:bodyPr anchorCtr="0" anchor="b" bIns="68575" lIns="68575" spcFirstLastPara="1" rIns="68575" wrap="square" tIns="6857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Agent-driven Automation in Products Capstone Project: Presentation Template</a:t>
            </a:r>
            <a:endParaRPr/>
          </a:p>
        </p:txBody>
      </p:sp>
      <p:sp>
        <p:nvSpPr>
          <p:cNvPr id="241" name="Google Shape;241;p22"/>
          <p:cNvSpPr txBox="1"/>
          <p:nvPr>
            <p:ph idx="1" type="subTitle"/>
          </p:nvPr>
        </p:nvSpPr>
        <p:spPr>
          <a:xfrm>
            <a:off x="813023" y="3172875"/>
            <a:ext cx="4046400" cy="681900"/>
          </a:xfrm>
          <a:prstGeom prst="rect">
            <a:avLst/>
          </a:prstGeom>
        </p:spPr>
        <p:txBody>
          <a:bodyPr anchorCtr="0" anchor="t" bIns="68575" lIns="68575" spcFirstLastPara="1" rIns="68575" wrap="square" tIns="68575">
            <a:noAutofit/>
          </a:bodyPr>
          <a:lstStyle/>
          <a:p>
            <a:pPr indent="0" lvl="0" marL="0" rtl="0" algn="l">
              <a:spcBef>
                <a:spcPts val="0"/>
              </a:spcBef>
              <a:spcAft>
                <a:spcPts val="0"/>
              </a:spcAft>
              <a:buNone/>
            </a:pPr>
            <a:r>
              <a:rPr b="0" lang="en">
                <a:latin typeface="Poppins"/>
                <a:ea typeface="Poppins"/>
                <a:cs typeface="Poppins"/>
                <a:sym typeface="Poppins"/>
              </a:rPr>
              <a:t>Template</a:t>
            </a:r>
            <a:endParaRPr b="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idx="1" type="subTitle"/>
          </p:nvPr>
        </p:nvSpPr>
        <p:spPr>
          <a:xfrm>
            <a:off x="594453" y="771525"/>
            <a:ext cx="8292300" cy="3759300"/>
          </a:xfrm>
          <a:prstGeom prst="rect">
            <a:avLst/>
          </a:prstGeom>
        </p:spPr>
        <p:txBody>
          <a:bodyPr anchorCtr="0" anchor="t" bIns="68575" lIns="68575" spcFirstLastPara="1" rIns="68575" wrap="square" tIns="68575">
            <a:noAutofit/>
          </a:bodyPr>
          <a:lstStyle/>
          <a:p>
            <a:pPr indent="-311150" lvl="0" marL="457200" rtl="0" algn="l">
              <a:spcBef>
                <a:spcPts val="0"/>
              </a:spcBef>
              <a:spcAft>
                <a:spcPts val="0"/>
              </a:spcAft>
              <a:buSzPts val="1300"/>
              <a:buAutoNum type="arabicPeriod"/>
            </a:pPr>
            <a:r>
              <a:rPr lang="en" sz="1300"/>
              <a:t>Title Slide</a:t>
            </a:r>
            <a:endParaRPr sz="1300"/>
          </a:p>
          <a:p>
            <a:pPr indent="-311150" lvl="0" marL="457200" rtl="0" algn="l">
              <a:spcBef>
                <a:spcPts val="0"/>
              </a:spcBef>
              <a:spcAft>
                <a:spcPts val="0"/>
              </a:spcAft>
              <a:buSzPts val="1300"/>
              <a:buAutoNum type="arabicPeriod"/>
            </a:pPr>
            <a:r>
              <a:rPr lang="en" sz="1300"/>
              <a:t>Instructions</a:t>
            </a:r>
            <a:endParaRPr sz="1300"/>
          </a:p>
          <a:p>
            <a:pPr indent="-311150" lvl="0" marL="457200" rtl="0" algn="l">
              <a:spcBef>
                <a:spcPts val="0"/>
              </a:spcBef>
              <a:spcAft>
                <a:spcPts val="0"/>
              </a:spcAft>
              <a:buSzPts val="1300"/>
              <a:buAutoNum type="arabicPeriod"/>
            </a:pPr>
            <a:r>
              <a:rPr lang="en" sz="1300"/>
              <a:t>Product Idea: The Agentic Opportunity</a:t>
            </a:r>
            <a:endParaRPr sz="1300"/>
          </a:p>
          <a:p>
            <a:pPr indent="-311150" lvl="0" marL="457200" rtl="0" algn="l">
              <a:spcBef>
                <a:spcPts val="0"/>
              </a:spcBef>
              <a:spcAft>
                <a:spcPts val="0"/>
              </a:spcAft>
              <a:buSzPts val="1300"/>
              <a:buAutoNum type="arabicPeriod"/>
            </a:pPr>
            <a:r>
              <a:rPr lang="en" sz="1300"/>
              <a:t>Target Persona</a:t>
            </a:r>
            <a:endParaRPr sz="1300"/>
          </a:p>
          <a:p>
            <a:pPr indent="-311150" lvl="0" marL="457200" rtl="0" algn="l">
              <a:spcBef>
                <a:spcPts val="0"/>
              </a:spcBef>
              <a:spcAft>
                <a:spcPts val="0"/>
              </a:spcAft>
              <a:buSzPts val="1300"/>
              <a:buAutoNum type="arabicPeriod"/>
            </a:pPr>
            <a:r>
              <a:rPr lang="en" sz="1300"/>
              <a:t>Unmet Needs Analysis</a:t>
            </a:r>
            <a:endParaRPr sz="1300"/>
          </a:p>
          <a:p>
            <a:pPr indent="-311150" lvl="0" marL="457200" rtl="0" algn="l">
              <a:spcBef>
                <a:spcPts val="0"/>
              </a:spcBef>
              <a:spcAft>
                <a:spcPts val="0"/>
              </a:spcAft>
              <a:buSzPts val="1300"/>
              <a:buAutoNum type="arabicPeriod"/>
            </a:pPr>
            <a:r>
              <a:rPr lang="en" sz="1300"/>
              <a:t>Value Proposition</a:t>
            </a:r>
            <a:endParaRPr sz="1300"/>
          </a:p>
          <a:p>
            <a:pPr indent="-311150" lvl="0" marL="457200" rtl="0" algn="l">
              <a:spcBef>
                <a:spcPts val="0"/>
              </a:spcBef>
              <a:spcAft>
                <a:spcPts val="0"/>
              </a:spcAft>
              <a:buSzPts val="1300"/>
              <a:buAutoNum type="arabicPeriod"/>
            </a:pPr>
            <a:r>
              <a:rPr lang="en" sz="1300"/>
              <a:t>Business Strategy Alignment</a:t>
            </a:r>
            <a:endParaRPr sz="1300"/>
          </a:p>
          <a:p>
            <a:pPr indent="-311150" lvl="0" marL="457200" rtl="0" algn="l">
              <a:spcBef>
                <a:spcPts val="0"/>
              </a:spcBef>
              <a:spcAft>
                <a:spcPts val="0"/>
              </a:spcAft>
              <a:buSzPts val="1300"/>
              <a:buAutoNum type="arabicPeriod"/>
            </a:pPr>
            <a:r>
              <a:rPr lang="en" sz="1300"/>
              <a:t>Agentic AI Design &amp; Workflow</a:t>
            </a:r>
            <a:endParaRPr sz="1300"/>
          </a:p>
          <a:p>
            <a:pPr indent="-311150" lvl="0" marL="457200" rtl="0" algn="l">
              <a:spcBef>
                <a:spcPts val="0"/>
              </a:spcBef>
              <a:spcAft>
                <a:spcPts val="0"/>
              </a:spcAft>
              <a:buSzPts val="1300"/>
              <a:buAutoNum type="arabicPeriod"/>
            </a:pPr>
            <a:r>
              <a:rPr lang="en" sz="1300"/>
              <a:t>Agent Workflow &amp; Collaboration</a:t>
            </a:r>
            <a:endParaRPr sz="1300"/>
          </a:p>
          <a:p>
            <a:pPr indent="-311150" lvl="0" marL="457200" rtl="0" algn="l">
              <a:spcBef>
                <a:spcPts val="0"/>
              </a:spcBef>
              <a:spcAft>
                <a:spcPts val="0"/>
              </a:spcAft>
              <a:buSzPts val="1300"/>
              <a:buAutoNum type="arabicPeriod"/>
            </a:pPr>
            <a:r>
              <a:rPr lang="en" sz="1300"/>
              <a:t>Agent Workflow Simulation &amp; Validation</a:t>
            </a:r>
            <a:endParaRPr sz="1300"/>
          </a:p>
          <a:p>
            <a:pPr indent="-311150" lvl="0" marL="457200" rtl="0" algn="l">
              <a:spcBef>
                <a:spcPts val="0"/>
              </a:spcBef>
              <a:spcAft>
                <a:spcPts val="0"/>
              </a:spcAft>
              <a:buSzPts val="1300"/>
              <a:buAutoNum type="arabicPeriod"/>
            </a:pPr>
            <a:r>
              <a:rPr lang="en" sz="1300"/>
              <a:t>Deployment, Governance &amp; Scaling</a:t>
            </a:r>
            <a:endParaRPr sz="1300"/>
          </a:p>
          <a:p>
            <a:pPr indent="-311150" lvl="0" marL="457200" rtl="0" algn="l">
              <a:spcBef>
                <a:spcPts val="0"/>
              </a:spcBef>
              <a:spcAft>
                <a:spcPts val="0"/>
              </a:spcAft>
              <a:buSzPts val="1300"/>
              <a:buAutoNum type="arabicPeriod"/>
            </a:pPr>
            <a:r>
              <a:rPr lang="en" sz="1300"/>
              <a:t>Deployment Considerations</a:t>
            </a:r>
            <a:endParaRPr sz="1300"/>
          </a:p>
          <a:p>
            <a:pPr indent="-311150" lvl="0" marL="457200" rtl="0" algn="l">
              <a:spcBef>
                <a:spcPts val="0"/>
              </a:spcBef>
              <a:spcAft>
                <a:spcPts val="0"/>
              </a:spcAft>
              <a:buSzPts val="1300"/>
              <a:buAutoNum type="arabicPeriod"/>
            </a:pPr>
            <a:r>
              <a:rPr lang="en" sz="1300"/>
              <a:t>Agent Governance &amp; Monitoring Strategy</a:t>
            </a:r>
            <a:endParaRPr sz="1300"/>
          </a:p>
          <a:p>
            <a:pPr indent="-311150" lvl="0" marL="457200" rtl="0" algn="l">
              <a:spcBef>
                <a:spcPts val="0"/>
              </a:spcBef>
              <a:spcAft>
                <a:spcPts val="0"/>
              </a:spcAft>
              <a:buSzPts val="1300"/>
              <a:buAutoNum type="arabicPeriod"/>
            </a:pPr>
            <a:r>
              <a:rPr lang="en" sz="1300"/>
              <a:t>Scaling &amp; Continuous Improvement</a:t>
            </a:r>
            <a:endParaRPr sz="1300"/>
          </a:p>
          <a:p>
            <a:pPr indent="-311150" lvl="0" marL="457200" rtl="0" algn="l">
              <a:spcBef>
                <a:spcPts val="0"/>
              </a:spcBef>
              <a:spcAft>
                <a:spcPts val="0"/>
              </a:spcAft>
              <a:buSzPts val="1300"/>
              <a:buAutoNum type="arabicPeriod"/>
            </a:pPr>
            <a:r>
              <a:rPr lang="en" sz="1300"/>
              <a:t>Roadmap &amp; Ethical Considerations</a:t>
            </a:r>
            <a:endParaRPr sz="1300"/>
          </a:p>
          <a:p>
            <a:pPr indent="-311150" lvl="0" marL="457200" rtl="0" algn="l">
              <a:spcBef>
                <a:spcPts val="0"/>
              </a:spcBef>
              <a:spcAft>
                <a:spcPts val="0"/>
              </a:spcAft>
              <a:buSzPts val="1300"/>
              <a:buAutoNum type="arabicPeriod"/>
            </a:pPr>
            <a:r>
              <a:rPr lang="en" sz="1300"/>
              <a:t>Ethical Oversight Plan</a:t>
            </a:r>
            <a:endParaRPr sz="1300"/>
          </a:p>
          <a:p>
            <a:pPr indent="-311150" lvl="0" marL="457200" rtl="0" algn="l">
              <a:spcBef>
                <a:spcPts val="0"/>
              </a:spcBef>
              <a:spcAft>
                <a:spcPts val="0"/>
              </a:spcAft>
              <a:buSzPts val="1300"/>
              <a:buAutoNum type="arabicPeriod"/>
            </a:pPr>
            <a:r>
              <a:rPr lang="en" sz="1300"/>
              <a:t>Conclusion &amp; Business Implications</a:t>
            </a:r>
            <a:endParaRPr sz="1300"/>
          </a:p>
        </p:txBody>
      </p:sp>
      <p:sp>
        <p:nvSpPr>
          <p:cNvPr id="247" name="Google Shape;247;p23"/>
          <p:cNvSpPr txBox="1"/>
          <p:nvPr>
            <p:ph type="title"/>
          </p:nvPr>
        </p:nvSpPr>
        <p:spPr>
          <a:xfrm>
            <a:off x="481509" y="231706"/>
            <a:ext cx="6871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rPr lang="en"/>
              <a:t>Presentation Elements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450869" y="2306231"/>
            <a:ext cx="7931700" cy="785100"/>
          </a:xfrm>
          <a:prstGeom prst="rect">
            <a:avLst/>
          </a:prstGeom>
        </p:spPr>
        <p:txBody>
          <a:bodyPr anchorCtr="0" anchor="b" bIns="68575" lIns="68575" spcFirstLastPara="1" rIns="68575" wrap="square" tIns="68575">
            <a:noAutofit/>
          </a:bodyPr>
          <a:lstStyle/>
          <a:p>
            <a:pPr indent="0" lvl="0" marL="0" rtl="0" algn="ctr">
              <a:spcBef>
                <a:spcPts val="0"/>
              </a:spcBef>
              <a:spcAft>
                <a:spcPts val="0"/>
              </a:spcAft>
              <a:buNone/>
            </a:pPr>
            <a:r>
              <a:rPr lang="en"/>
              <a:t>Presentation </a:t>
            </a:r>
            <a:r>
              <a:rPr lang="en"/>
              <a:t>Template</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5"/>
          <p:cNvSpPr txBox="1"/>
          <p:nvPr>
            <p:ph type="title"/>
          </p:nvPr>
        </p:nvSpPr>
        <p:spPr>
          <a:xfrm>
            <a:off x="450869" y="2306231"/>
            <a:ext cx="7931700" cy="785100"/>
          </a:xfrm>
          <a:prstGeom prst="rect">
            <a:avLst/>
          </a:prstGeom>
        </p:spPr>
        <p:txBody>
          <a:bodyPr anchorCtr="0" anchor="b" bIns="68575" lIns="68575" spcFirstLastPara="1" rIns="68575" wrap="square" tIns="68575">
            <a:noAutofit/>
          </a:bodyPr>
          <a:lstStyle/>
          <a:p>
            <a:pPr indent="0" lvl="0" marL="0" rtl="0" algn="l">
              <a:spcBef>
                <a:spcPts val="0"/>
              </a:spcBef>
              <a:spcAft>
                <a:spcPts val="0"/>
              </a:spcAft>
              <a:buNone/>
            </a:pPr>
            <a:r>
              <a:rPr lang="en"/>
              <a:t>Instructions</a:t>
            </a:r>
            <a:endParaRPr/>
          </a:p>
        </p:txBody>
      </p:sp>
      <p:sp>
        <p:nvSpPr>
          <p:cNvPr id="258" name="Google Shape;258;p25"/>
          <p:cNvSpPr txBox="1"/>
          <p:nvPr>
            <p:ph idx="2" type="title"/>
          </p:nvPr>
        </p:nvSpPr>
        <p:spPr>
          <a:xfrm>
            <a:off x="450869" y="3179344"/>
            <a:ext cx="7239000" cy="438900"/>
          </a:xfrm>
          <a:prstGeom prst="rect">
            <a:avLst/>
          </a:prstGeom>
        </p:spPr>
        <p:txBody>
          <a:bodyPr anchorCtr="0" anchor="t" bIns="68575" lIns="68575" spcFirstLastPara="1" rIns="68575" wrap="square" tIns="68575">
            <a:noAutofit/>
          </a:bodyPr>
          <a:lstStyle/>
          <a:p>
            <a:pPr indent="0" lvl="0" marL="0" rtl="0" algn="l">
              <a:spcBef>
                <a:spcPts val="0"/>
              </a:spcBef>
              <a:spcAft>
                <a:spcPts val="0"/>
              </a:spcAft>
              <a:buNone/>
            </a:pPr>
            <a:r>
              <a:rPr lang="en"/>
              <a:t>&lt;Product Idea&gt;</a:t>
            </a:r>
            <a:endParaRPr/>
          </a:p>
          <a:p>
            <a:pPr indent="0" lvl="0" marL="0" rtl="0" algn="l">
              <a:spcBef>
                <a:spcPts val="0"/>
              </a:spcBef>
              <a:spcAft>
                <a:spcPts val="0"/>
              </a:spcAft>
              <a:buNone/>
            </a:pPr>
            <a:r>
              <a:rPr lang="en"/>
              <a:t>Team: &lt;Names&gt;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6"/>
          <p:cNvSpPr txBox="1"/>
          <p:nvPr>
            <p:ph type="title"/>
          </p:nvPr>
        </p:nvSpPr>
        <p:spPr>
          <a:xfrm>
            <a:off x="685982" y="1894350"/>
            <a:ext cx="6083100" cy="13548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rPr lang="en"/>
              <a:t>&lt;Product Idea&gt;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7"/>
          <p:cNvSpPr txBox="1"/>
          <p:nvPr>
            <p:ph type="title"/>
          </p:nvPr>
        </p:nvSpPr>
        <p:spPr>
          <a:xfrm>
            <a:off x="497534" y="391931"/>
            <a:ext cx="6871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Instructions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69" name="Google Shape;269;p27"/>
          <p:cNvSpPr txBox="1"/>
          <p:nvPr>
            <p:ph idx="1" type="subTitle"/>
          </p:nvPr>
        </p:nvSpPr>
        <p:spPr>
          <a:xfrm>
            <a:off x="597424" y="861300"/>
            <a:ext cx="7968000" cy="3759300"/>
          </a:xfrm>
          <a:prstGeom prst="rect">
            <a:avLst/>
          </a:prstGeom>
        </p:spPr>
        <p:txBody>
          <a:bodyPr anchorCtr="0" anchor="t" bIns="68575" lIns="68575" spcFirstLastPara="1" rIns="68575" wrap="square" tIns="68575">
            <a:noAutofit/>
          </a:bodyPr>
          <a:lstStyle/>
          <a:p>
            <a:pPr indent="0" lvl="0" marL="457200" rtl="0" algn="l">
              <a:spcBef>
                <a:spcPts val="1200"/>
              </a:spcBef>
              <a:spcAft>
                <a:spcPts val="0"/>
              </a:spcAft>
              <a:buNone/>
            </a:pPr>
            <a:r>
              <a:rPr lang="en" sz="1400">
                <a:solidFill>
                  <a:srgbClr val="666666"/>
                </a:solidFill>
              </a:rPr>
              <a:t>This capstone project will enable you to showcase your Agentic AI product development journey, from problem identification to conceptual workflow demonstration. It will help you to present your key findings, demonstrating the potential of Agentic AI (powered by autonomous agents and multi-agent workflows) and the strategic value of your solution. Showcase its alignment with user needs and business goals, and your plan for responsible deployment and governance.</a:t>
            </a:r>
            <a:endParaRPr sz="1400">
              <a:solidFill>
                <a:srgbClr val="666666"/>
              </a:solidFill>
            </a:endParaRPr>
          </a:p>
          <a:p>
            <a:pPr indent="0" lvl="0" marL="457200" rtl="0" algn="l">
              <a:spcBef>
                <a:spcPts val="1200"/>
              </a:spcBef>
              <a:spcAft>
                <a:spcPts val="1200"/>
              </a:spcAft>
              <a:buNone/>
            </a:pPr>
            <a:r>
              <a:t/>
            </a:r>
            <a:endParaRPr sz="1400">
              <a:solidFill>
                <a:srgbClr val="CCCCCC"/>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8"/>
          <p:cNvSpPr txBox="1"/>
          <p:nvPr>
            <p:ph type="title"/>
          </p:nvPr>
        </p:nvSpPr>
        <p:spPr>
          <a:xfrm>
            <a:off x="497534" y="391931"/>
            <a:ext cx="6871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Agentic AI Product Idea</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75" name="Google Shape;275;p28"/>
          <p:cNvSpPr txBox="1"/>
          <p:nvPr>
            <p:ph idx="1" type="subTitle"/>
          </p:nvPr>
        </p:nvSpPr>
        <p:spPr>
          <a:xfrm>
            <a:off x="597424" y="861300"/>
            <a:ext cx="79680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1200"/>
              </a:spcAft>
              <a:buNone/>
            </a:pPr>
            <a:r>
              <a:t/>
            </a:r>
            <a:endParaRPr b="1" sz="1400">
              <a:solidFill>
                <a:srgbClr val="CCCCC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Product Idea: The Agentic Opportunity</a:t>
            </a:r>
            <a:endParaRPr/>
          </a:p>
        </p:txBody>
      </p:sp>
      <p:sp>
        <p:nvSpPr>
          <p:cNvPr id="281" name="Google Shape;281;p29"/>
          <p:cNvSpPr txBox="1"/>
          <p:nvPr>
            <p:ph idx="1" type="subTitle"/>
          </p:nvPr>
        </p:nvSpPr>
        <p:spPr>
          <a:xfrm>
            <a:off x="538200" y="1109575"/>
            <a:ext cx="80676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0"/>
              </a:spcAft>
              <a:buNone/>
            </a:pPr>
            <a:r>
              <a:rPr b="1" lang="en" sz="1000">
                <a:solidFill>
                  <a:srgbClr val="999999"/>
                </a:solidFill>
                <a:latin typeface="Arial"/>
                <a:ea typeface="Arial"/>
                <a:cs typeface="Arial"/>
                <a:sym typeface="Arial"/>
              </a:rPr>
              <a:t>(Visual: Placeholder for a high-level concept diagram or logo for your Agentic product)</a:t>
            </a:r>
            <a:endParaRPr b="1" sz="1000">
              <a:solidFill>
                <a:srgbClr val="999999"/>
              </a:solidFill>
              <a:latin typeface="Arial"/>
              <a:ea typeface="Arial"/>
              <a:cs typeface="Arial"/>
              <a:sym typeface="Arial"/>
            </a:endParaRPr>
          </a:p>
          <a:p>
            <a:pPr indent="0" lvl="0" marL="0" rtl="0" algn="l">
              <a:spcBef>
                <a:spcPts val="1800"/>
              </a:spcBef>
              <a:spcAft>
                <a:spcPts val="0"/>
              </a:spcAft>
              <a:buNone/>
            </a:pPr>
            <a:r>
              <a:rPr b="1" lang="en">
                <a:solidFill>
                  <a:srgbClr val="999999"/>
                </a:solidFill>
                <a:latin typeface="Arial"/>
                <a:ea typeface="Arial"/>
                <a:cs typeface="Arial"/>
                <a:sym typeface="Arial"/>
              </a:rPr>
              <a:t>What is the core real-world problem or workflow inefficiency you are addressing?</a:t>
            </a:r>
            <a:endParaRPr b="1">
              <a:solidFill>
                <a:srgbClr val="999999"/>
              </a:solidFill>
              <a:latin typeface="Arial"/>
              <a:ea typeface="Arial"/>
              <a:cs typeface="Arial"/>
              <a:sym typeface="Arial"/>
            </a:endParaRPr>
          </a:p>
          <a:p>
            <a:pPr indent="-292100" lvl="0" marL="457200" rtl="0" algn="l">
              <a:spcBef>
                <a:spcPts val="1200"/>
              </a:spcBef>
              <a:spcAft>
                <a:spcPts val="0"/>
              </a:spcAft>
              <a:buClr>
                <a:srgbClr val="999999"/>
              </a:buClr>
              <a:buSzPts val="1000"/>
              <a:buFont typeface="Arial"/>
              <a:buChar char="●"/>
            </a:pPr>
            <a:r>
              <a:rPr lang="en" sz="1000">
                <a:solidFill>
                  <a:srgbClr val="999999"/>
                </a:solidFill>
                <a:latin typeface="Arial"/>
                <a:ea typeface="Arial"/>
                <a:cs typeface="Arial"/>
                <a:sym typeface="Arial"/>
              </a:rPr>
              <a:t>Clearly introduce the problem and its significance (e.g., operational bottleneck, user pain, business challenge, market gap).</a:t>
            </a:r>
            <a:endParaRPr sz="1000">
              <a:solidFill>
                <a:srgbClr val="999999"/>
              </a:solidFill>
              <a:latin typeface="Arial"/>
              <a:ea typeface="Arial"/>
              <a:cs typeface="Arial"/>
              <a:sym typeface="Arial"/>
            </a:endParaRPr>
          </a:p>
          <a:p>
            <a:pPr indent="-292100" lvl="0" marL="457200" rtl="0" algn="l">
              <a:spcBef>
                <a:spcPts val="0"/>
              </a:spcBef>
              <a:spcAft>
                <a:spcPts val="0"/>
              </a:spcAft>
              <a:buClr>
                <a:srgbClr val="999999"/>
              </a:buClr>
              <a:buSzPts val="1000"/>
              <a:buFont typeface="Arial"/>
              <a:buChar char="●"/>
            </a:pPr>
            <a:r>
              <a:rPr lang="en" sz="1000">
                <a:solidFill>
                  <a:srgbClr val="999999"/>
                </a:solidFill>
                <a:latin typeface="Arial"/>
                <a:ea typeface="Arial"/>
                <a:cs typeface="Arial"/>
                <a:sym typeface="Arial"/>
              </a:rPr>
              <a:t>Explain </a:t>
            </a:r>
            <a:r>
              <a:rPr i="1" lang="en" sz="1000">
                <a:solidFill>
                  <a:srgbClr val="999999"/>
                </a:solidFill>
                <a:latin typeface="Arial"/>
                <a:ea typeface="Arial"/>
                <a:cs typeface="Arial"/>
                <a:sym typeface="Arial"/>
              </a:rPr>
              <a:t>why</a:t>
            </a:r>
            <a:r>
              <a:rPr lang="en" sz="1000">
                <a:solidFill>
                  <a:srgbClr val="999999"/>
                </a:solidFill>
                <a:latin typeface="Arial"/>
                <a:ea typeface="Arial"/>
                <a:cs typeface="Arial"/>
                <a:sym typeface="Arial"/>
              </a:rPr>
              <a:t> this problem requires an Agentic AI solution, differentiating it from purely Predictive AI, Generative AI (without autonomy), or traditional automation. Focus on the need for autonomy, goal-orientation, and action within an environment.</a:t>
            </a:r>
            <a:endParaRPr sz="1000">
              <a:solidFill>
                <a:srgbClr val="999999"/>
              </a:solidFill>
              <a:latin typeface="Arial"/>
              <a:ea typeface="Arial"/>
              <a:cs typeface="Arial"/>
              <a:sym typeface="Arial"/>
            </a:endParaRPr>
          </a:p>
          <a:p>
            <a:pPr indent="0" lvl="0" marL="0" rtl="0" algn="l">
              <a:spcBef>
                <a:spcPts val="1800"/>
              </a:spcBef>
              <a:spcAft>
                <a:spcPts val="0"/>
              </a:spcAft>
              <a:buNone/>
            </a:pPr>
            <a:r>
              <a:rPr b="1" lang="en">
                <a:solidFill>
                  <a:srgbClr val="999999"/>
                </a:solidFill>
                <a:latin typeface="Arial"/>
                <a:ea typeface="Arial"/>
                <a:cs typeface="Arial"/>
                <a:sym typeface="Arial"/>
              </a:rPr>
              <a:t>What is your Agentic AI product?</a:t>
            </a:r>
            <a:endParaRPr b="1">
              <a:solidFill>
                <a:srgbClr val="999999"/>
              </a:solidFill>
              <a:latin typeface="Arial"/>
              <a:ea typeface="Arial"/>
              <a:cs typeface="Arial"/>
              <a:sym typeface="Arial"/>
            </a:endParaRPr>
          </a:p>
          <a:p>
            <a:pPr indent="-292100" lvl="0" marL="457200" rtl="0" algn="l">
              <a:spcBef>
                <a:spcPts val="1200"/>
              </a:spcBef>
              <a:spcAft>
                <a:spcPts val="0"/>
              </a:spcAft>
              <a:buClr>
                <a:srgbClr val="999999"/>
              </a:buClr>
              <a:buSzPts val="1000"/>
              <a:buFont typeface="Arial"/>
              <a:buChar char="●"/>
            </a:pPr>
            <a:r>
              <a:rPr lang="en" sz="1000">
                <a:solidFill>
                  <a:srgbClr val="999999"/>
                </a:solidFill>
                <a:latin typeface="Arial"/>
                <a:ea typeface="Arial"/>
                <a:cs typeface="Arial"/>
                <a:sym typeface="Arial"/>
              </a:rPr>
              <a:t>Present a concise overview: What agentic tasks does it perform? Who is it for?</a:t>
            </a:r>
            <a:endParaRPr sz="1000">
              <a:solidFill>
                <a:srgbClr val="999999"/>
              </a:solidFill>
              <a:latin typeface="Arial"/>
              <a:ea typeface="Arial"/>
              <a:cs typeface="Arial"/>
              <a:sym typeface="Arial"/>
            </a:endParaRPr>
          </a:p>
          <a:p>
            <a:pPr indent="-292100" lvl="0" marL="457200" rtl="0" algn="l">
              <a:spcBef>
                <a:spcPts val="0"/>
              </a:spcBef>
              <a:spcAft>
                <a:spcPts val="0"/>
              </a:spcAft>
              <a:buClr>
                <a:srgbClr val="999999"/>
              </a:buClr>
              <a:buSzPts val="1000"/>
              <a:buFont typeface="Arial"/>
              <a:buChar char="●"/>
            </a:pPr>
            <a:r>
              <a:rPr lang="en" sz="1000">
                <a:solidFill>
                  <a:srgbClr val="999999"/>
                </a:solidFill>
                <a:latin typeface="Arial"/>
                <a:ea typeface="Arial"/>
                <a:cs typeface="Arial"/>
                <a:sym typeface="Arial"/>
              </a:rPr>
              <a:t>What is its unique value proposition that leverages agentic capabilities?</a:t>
            </a:r>
            <a:endParaRPr sz="1000">
              <a:solidFill>
                <a:srgbClr val="999999"/>
              </a:solidFill>
              <a:latin typeface="Arial"/>
              <a:ea typeface="Arial"/>
              <a:cs typeface="Arial"/>
              <a:sym typeface="Arial"/>
            </a:endParaRPr>
          </a:p>
          <a:p>
            <a:pPr indent="0" lvl="0" marL="0" rtl="0" algn="l">
              <a:spcBef>
                <a:spcPts val="1200"/>
              </a:spcBef>
              <a:spcAft>
                <a:spcPts val="0"/>
              </a:spcAft>
              <a:buNone/>
            </a:pPr>
            <a:r>
              <a:rPr b="1" lang="en" sz="1000">
                <a:solidFill>
                  <a:srgbClr val="999999"/>
                </a:solidFill>
                <a:latin typeface="Arial"/>
                <a:ea typeface="Arial"/>
                <a:cs typeface="Arial"/>
                <a:sym typeface="Arial"/>
              </a:rPr>
              <a:t>Note:</a:t>
            </a:r>
            <a:endParaRPr b="1" sz="1000">
              <a:solidFill>
                <a:srgbClr val="999999"/>
              </a:solidFill>
              <a:latin typeface="Arial"/>
              <a:ea typeface="Arial"/>
              <a:cs typeface="Arial"/>
              <a:sym typeface="Arial"/>
            </a:endParaRPr>
          </a:p>
          <a:p>
            <a:pPr indent="-292100" lvl="0" marL="457200" rtl="0" algn="l">
              <a:spcBef>
                <a:spcPts val="1200"/>
              </a:spcBef>
              <a:spcAft>
                <a:spcPts val="0"/>
              </a:spcAft>
              <a:buClr>
                <a:srgbClr val="999999"/>
              </a:buClr>
              <a:buSzPts val="1000"/>
              <a:buFont typeface="Arial"/>
              <a:buChar char="●"/>
            </a:pPr>
            <a:r>
              <a:rPr lang="en" sz="1000">
                <a:solidFill>
                  <a:srgbClr val="999999"/>
                </a:solidFill>
                <a:latin typeface="Arial"/>
                <a:ea typeface="Arial"/>
                <a:cs typeface="Arial"/>
                <a:sym typeface="Arial"/>
              </a:rPr>
              <a:t>This slide introduces your chosen use case (from the provided options or BYOP) and sets the stage for its agentic nature.</a:t>
            </a:r>
            <a:endParaRPr sz="1000">
              <a:solidFill>
                <a:srgbClr val="999999"/>
              </a:solidFill>
              <a:latin typeface="Arial"/>
              <a:ea typeface="Arial"/>
              <a:cs typeface="Arial"/>
              <a:sym typeface="Arial"/>
            </a:endParaRPr>
          </a:p>
          <a:p>
            <a:pPr indent="-292100" lvl="0" marL="457200" rtl="0" algn="l">
              <a:spcBef>
                <a:spcPts val="0"/>
              </a:spcBef>
              <a:spcAft>
                <a:spcPts val="0"/>
              </a:spcAft>
              <a:buClr>
                <a:srgbClr val="999999"/>
              </a:buClr>
              <a:buSzPts val="1000"/>
              <a:buFont typeface="Arial"/>
              <a:buChar char="●"/>
            </a:pPr>
            <a:r>
              <a:rPr lang="en" sz="1000">
                <a:solidFill>
                  <a:srgbClr val="999999"/>
                </a:solidFill>
                <a:latin typeface="Arial"/>
                <a:ea typeface="Arial"/>
                <a:cs typeface="Arial"/>
                <a:sym typeface="Arial"/>
              </a:rPr>
              <a:t>Consider integrating insights from your </a:t>
            </a:r>
            <a:r>
              <a:rPr b="1" lang="en" sz="1000">
                <a:solidFill>
                  <a:srgbClr val="999999"/>
                </a:solidFill>
                <a:latin typeface="Arial"/>
                <a:ea typeface="Arial"/>
                <a:cs typeface="Arial"/>
                <a:sym typeface="Arial"/>
              </a:rPr>
              <a:t>Simplified Agent Opportunity Canvas (Week 1 Activity)</a:t>
            </a:r>
            <a:r>
              <a:rPr lang="en" sz="1000">
                <a:solidFill>
                  <a:srgbClr val="999999"/>
                </a:solidFill>
                <a:latin typeface="Arial"/>
                <a:ea typeface="Arial"/>
                <a:cs typeface="Arial"/>
                <a:sym typeface="Arial"/>
              </a:rPr>
              <a:t> here conceptually.</a:t>
            </a:r>
            <a:endParaRPr b="1" sz="900">
              <a:solidFill>
                <a:srgbClr val="99999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0"/>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sz="2600">
                <a:solidFill>
                  <a:schemeClr val="dk1"/>
                </a:solidFill>
                <a:latin typeface="Oswald"/>
                <a:ea typeface="Oswald"/>
                <a:cs typeface="Oswald"/>
                <a:sym typeface="Oswald"/>
              </a:rPr>
              <a:t>Target Persona</a:t>
            </a:r>
            <a:endParaRPr sz="2600">
              <a:solidFill>
                <a:schemeClr val="dk1"/>
              </a:solidFill>
              <a:highlight>
                <a:schemeClr val="accent4"/>
              </a:highlight>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87" name="Google Shape;287;p30"/>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0"/>
              </a:spcAft>
              <a:buNone/>
            </a:pPr>
            <a:r>
              <a:rPr b="1" lang="en" sz="1100">
                <a:solidFill>
                  <a:srgbClr val="999999"/>
                </a:solidFill>
                <a:latin typeface="Arial"/>
                <a:ea typeface="Arial"/>
                <a:cs typeface="Arial"/>
                <a:sym typeface="Arial"/>
              </a:rPr>
              <a:t>(Visual: Placeholder for persona illustration or relevant icon)</a:t>
            </a:r>
            <a:endParaRPr b="1"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Describe your primary target persona for this Agentic AI product:</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Key demographics, psychographics, daily routines, responsibilities.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Major pain points directly related to the problem your agentic product addresses (e.g., manual repetitive tasks, delays, inconsistencies, information overload).</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Their "Jobs to Be Done" (JTBD) that your agentic product will assist with, focusing on how agents enable them to achieve their goals more effectively.</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Evidence: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Include quotes, small anecdotes, or typical scenarios that illustrate this persona's challenges and how agents could intervene.</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Focus on the individual or team who will directly use or benefit from your agent's </a:t>
            </a:r>
            <a:r>
              <a:rPr i="1" lang="en" sz="1100">
                <a:solidFill>
                  <a:srgbClr val="999999"/>
                </a:solidFill>
                <a:latin typeface="Arial"/>
                <a:ea typeface="Arial"/>
                <a:cs typeface="Arial"/>
                <a:sym typeface="Arial"/>
              </a:rPr>
              <a:t>autonomous actions</a:t>
            </a:r>
            <a:r>
              <a:rPr lang="en" sz="1100">
                <a:solidFill>
                  <a:srgbClr val="999999"/>
                </a:solidFill>
                <a:latin typeface="Arial"/>
                <a:ea typeface="Arial"/>
                <a:cs typeface="Arial"/>
                <a:sym typeface="Arial"/>
              </a:rPr>
              <a:t> and </a:t>
            </a:r>
            <a:r>
              <a:rPr i="1" lang="en" sz="1100">
                <a:solidFill>
                  <a:srgbClr val="999999"/>
                </a:solidFill>
                <a:latin typeface="Arial"/>
                <a:ea typeface="Arial"/>
                <a:cs typeface="Arial"/>
                <a:sym typeface="Arial"/>
              </a:rPr>
              <a:t>orchestrated workflows</a:t>
            </a:r>
            <a:r>
              <a:rPr lang="en" sz="1100">
                <a:solidFill>
                  <a:srgbClr val="999999"/>
                </a:solidFill>
                <a:latin typeface="Arial"/>
                <a:ea typeface="Arial"/>
                <a:cs typeface="Arial"/>
                <a:sym typeface="Arial"/>
              </a:rPr>
              <a:t>.</a:t>
            </a:r>
            <a:endParaRPr b="1" sz="1200">
              <a:solidFill>
                <a:srgbClr val="99999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1"/>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Unmet Needs Analysis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93" name="Google Shape;293;p31"/>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0"/>
              </a:spcAft>
              <a:buNone/>
            </a:pPr>
            <a:r>
              <a:rPr b="1" lang="en" sz="1100">
                <a:solidFill>
                  <a:srgbClr val="999999"/>
                </a:solidFill>
                <a:latin typeface="Arial"/>
                <a:ea typeface="Arial"/>
                <a:cs typeface="Arial"/>
                <a:sym typeface="Arial"/>
              </a:rPr>
              <a:t>(Visual: Placeholder for a visual representation of current process vs. agentic process, or a "gap analysis" chart)</a:t>
            </a:r>
            <a:endParaRPr b="1"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Detail the specific functional, emotional, and social unmet needs of your target persona directly related to the problem.</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Highlight the urgency, context, and implications of these unmet needs (e.g., lost productivity, frustration, missed opportunities).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Explain how current solutions (manual processes, existing tools, traditional automation) fall short in addressing these needs, specifically where they lack the autonomy, adaptiveness, or multi-step coordination that agents provide.</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Evidence: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Present distilled insights from your simulated customer discovery or problem analysis.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What critical manual steps, delays, or inconsistencies is your agent designed to eliminate or significantly improve?</a:t>
            </a:r>
            <a:endParaRPr b="1" sz="1300">
              <a:solidFill>
                <a:srgbClr val="99999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2"/>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400">
              <a:solidFill>
                <a:schemeClr val="dk1"/>
              </a:solidFill>
              <a:latin typeface="Oswald"/>
              <a:ea typeface="Oswald"/>
              <a:cs typeface="Oswald"/>
              <a:sym typeface="Oswald"/>
            </a:endParaRPr>
          </a:p>
          <a:p>
            <a:pPr indent="0" lvl="0" marL="0" rtl="0" algn="l">
              <a:spcBef>
                <a:spcPts val="0"/>
              </a:spcBef>
              <a:spcAft>
                <a:spcPts val="0"/>
              </a:spcAft>
              <a:buNone/>
            </a:pPr>
            <a:r>
              <a:t/>
            </a:r>
            <a:endParaRPr sz="2400">
              <a:solidFill>
                <a:schemeClr val="dk1"/>
              </a:solidFill>
              <a:latin typeface="Oswald"/>
              <a:ea typeface="Oswald"/>
              <a:cs typeface="Oswald"/>
              <a:sym typeface="Oswald"/>
            </a:endParaRPr>
          </a:p>
          <a:p>
            <a:pPr indent="0" lvl="0" marL="0" rtl="0" algn="l">
              <a:spcBef>
                <a:spcPts val="0"/>
              </a:spcBef>
              <a:spcAft>
                <a:spcPts val="0"/>
              </a:spcAft>
              <a:buNone/>
            </a:pPr>
            <a:r>
              <a:rPr lang="en" sz="2400">
                <a:solidFill>
                  <a:schemeClr val="dk1"/>
                </a:solidFill>
                <a:latin typeface="Oswald"/>
                <a:ea typeface="Oswald"/>
                <a:cs typeface="Oswald"/>
                <a:sym typeface="Oswald"/>
              </a:rPr>
              <a:t>Value Proposition</a:t>
            </a:r>
            <a:endParaRPr sz="2400">
              <a:solidFill>
                <a:schemeClr val="dk1"/>
              </a:solidFill>
              <a:latin typeface="Oswald"/>
              <a:ea typeface="Oswald"/>
              <a:cs typeface="Oswald"/>
              <a:sym typeface="Oswald"/>
            </a:endParaRPr>
          </a:p>
          <a:p>
            <a:pPr indent="0" lvl="0" marL="0" rtl="0" algn="l">
              <a:spcBef>
                <a:spcPts val="0"/>
              </a:spcBef>
              <a:spcAft>
                <a:spcPts val="0"/>
              </a:spcAft>
              <a:buNone/>
            </a:pPr>
            <a:r>
              <a:t/>
            </a:r>
            <a:endParaRPr sz="24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299" name="Google Shape;299;p32"/>
          <p:cNvSpPr txBox="1"/>
          <p:nvPr>
            <p:ph idx="1" type="subTitle"/>
          </p:nvPr>
        </p:nvSpPr>
        <p:spPr>
          <a:xfrm>
            <a:off x="577150" y="656650"/>
            <a:ext cx="80676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0"/>
              </a:spcAft>
              <a:buNone/>
            </a:pPr>
            <a:r>
              <a:rPr b="1" lang="en" sz="1100">
                <a:solidFill>
                  <a:srgbClr val="999999"/>
                </a:solidFill>
                <a:latin typeface="Arial"/>
                <a:ea typeface="Arial"/>
                <a:cs typeface="Arial"/>
                <a:sym typeface="Arial"/>
              </a:rPr>
              <a:t>(Visual: Placeholder for a "before &amp; after" visual or a key metrics dashboard mock-up)</a:t>
            </a:r>
            <a:endParaRPr b="1"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Articulate the product's value proposition:</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How does your Agentic AI solution directly address the identified unmet needs and solve the problem for the target persona?</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Connect the value proposition to specific, measurable benefits for the user (e.g., "reduces manual processing time by X%", "improves task completion rate by Y%", "enhances decision consistency").</a:t>
            </a:r>
            <a:endParaRPr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Connect the value proposition to specific, measurable benefits for the user and the overall business.</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What tangible ROI or impact can the business expect (e.g., "reduced operational costs by Z%", "increased customer satisfaction by W points")?</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Explain how your agent's </a:t>
            </a:r>
            <a:r>
              <a:rPr i="1" lang="en" sz="1100">
                <a:solidFill>
                  <a:srgbClr val="999999"/>
                </a:solidFill>
                <a:latin typeface="Arial"/>
                <a:ea typeface="Arial"/>
                <a:cs typeface="Arial"/>
                <a:sym typeface="Arial"/>
              </a:rPr>
              <a:t>autonomous actions</a:t>
            </a:r>
            <a:r>
              <a:rPr lang="en" sz="1100">
                <a:solidFill>
                  <a:srgbClr val="999999"/>
                </a:solidFill>
                <a:latin typeface="Arial"/>
                <a:ea typeface="Arial"/>
                <a:cs typeface="Arial"/>
                <a:sym typeface="Arial"/>
              </a:rPr>
              <a:t> and </a:t>
            </a:r>
            <a:r>
              <a:rPr i="1" lang="en" sz="1100">
                <a:solidFill>
                  <a:srgbClr val="999999"/>
                </a:solidFill>
                <a:latin typeface="Arial"/>
                <a:ea typeface="Arial"/>
                <a:cs typeface="Arial"/>
                <a:sym typeface="Arial"/>
              </a:rPr>
              <a:t>orchestrated workflows</a:t>
            </a:r>
            <a:r>
              <a:rPr lang="en" sz="1100">
                <a:solidFill>
                  <a:srgbClr val="999999"/>
                </a:solidFill>
                <a:latin typeface="Arial"/>
                <a:ea typeface="Arial"/>
                <a:cs typeface="Arial"/>
                <a:sym typeface="Arial"/>
              </a:rPr>
              <a:t> lead to concrete improvements, not just predictions or insights.</a:t>
            </a:r>
            <a:endParaRPr b="1" sz="1200">
              <a:solidFill>
                <a:srgbClr val="99999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3"/>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Business Strategy Alignment</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05" name="Google Shape;305;p33"/>
          <p:cNvSpPr txBox="1"/>
          <p:nvPr>
            <p:ph idx="1" type="subTitle"/>
          </p:nvPr>
        </p:nvSpPr>
        <p:spPr>
          <a:xfrm>
            <a:off x="618100" y="771525"/>
            <a:ext cx="80676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0"/>
              </a:spcAft>
              <a:buNone/>
            </a:pPr>
            <a:r>
              <a:rPr b="1" lang="en" sz="1100">
                <a:solidFill>
                  <a:srgbClr val="999999"/>
                </a:solidFill>
                <a:latin typeface="Arial"/>
                <a:ea typeface="Arial"/>
                <a:cs typeface="Arial"/>
                <a:sym typeface="Arial"/>
              </a:rPr>
              <a:t>(Visual: Placeholder for a company vision board or strategic initiatives graphic)</a:t>
            </a:r>
            <a:endParaRPr b="1"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How does this product align with the company's overall mission, vision, and strategic goals?</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Reference the case study company or your chosen company.</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What are the key strategic initiatives (e.g., revenue growth, operational efficiency, customer retention, risk mitigation, innovation leadership) that this Agentic AI product supports?</a:t>
            </a:r>
            <a:endParaRPr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What are the potential long-term implications and risks of not pursuing this product idea?</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Consider competitive disadvantage, escalating costs, or missed market opportunities.</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Show a clear line of sight from your Agentic product to top-level business objectives, emphasizing the strategic advantage of agent-driven automation.</a:t>
            </a:r>
            <a:endParaRPr b="1" sz="1300">
              <a:solidFill>
                <a:srgbClr val="99999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rPr lang="en" sz="2200">
                <a:solidFill>
                  <a:schemeClr val="dk1"/>
                </a:solidFill>
                <a:latin typeface="Oswald"/>
                <a:ea typeface="Oswald"/>
                <a:cs typeface="Oswald"/>
                <a:sym typeface="Oswald"/>
              </a:rPr>
              <a:t>Agentic AI Design &amp; Workflow</a:t>
            </a:r>
            <a:endParaRPr sz="22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11" name="Google Shape;311;p34"/>
          <p:cNvSpPr txBox="1"/>
          <p:nvPr>
            <p:ph idx="1" type="subTitle"/>
          </p:nvPr>
        </p:nvSpPr>
        <p:spPr>
          <a:xfrm>
            <a:off x="481500" y="861300"/>
            <a:ext cx="8204100" cy="3759300"/>
          </a:xfrm>
          <a:prstGeom prst="rect">
            <a:avLst/>
          </a:prstGeom>
        </p:spPr>
        <p:txBody>
          <a:bodyPr anchorCtr="0" anchor="t" bIns="68575" lIns="68575" spcFirstLastPara="1" rIns="68575" wrap="square" tIns="68575">
            <a:noAutofit/>
          </a:bodyPr>
          <a:lstStyle/>
          <a:p>
            <a:pPr indent="0" lvl="0" marL="457200" rtl="0" algn="l">
              <a:spcBef>
                <a:spcPts val="1200"/>
              </a:spcBef>
              <a:spcAft>
                <a:spcPts val="1200"/>
              </a:spcAft>
              <a:buNone/>
            </a:pPr>
            <a:r>
              <a:t/>
            </a:r>
            <a:endParaRPr b="1" sz="1400">
              <a:solidFill>
                <a:srgbClr val="CCCCCC"/>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481500" y="231700"/>
            <a:ext cx="8662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400">
              <a:solidFill>
                <a:schemeClr val="dk1"/>
              </a:solidFill>
              <a:latin typeface="Oswald"/>
              <a:ea typeface="Oswald"/>
              <a:cs typeface="Oswald"/>
              <a:sym typeface="Oswald"/>
            </a:endParaRPr>
          </a:p>
          <a:p>
            <a:pPr indent="0" lvl="0" marL="0" rtl="0" algn="l">
              <a:spcBef>
                <a:spcPts val="0"/>
              </a:spcBef>
              <a:spcAft>
                <a:spcPts val="0"/>
              </a:spcAft>
              <a:buNone/>
            </a:pPr>
            <a:r>
              <a:rPr lang="en" sz="2400">
                <a:solidFill>
                  <a:schemeClr val="dk1"/>
                </a:solidFill>
                <a:latin typeface="Oswald"/>
                <a:ea typeface="Oswald"/>
                <a:cs typeface="Oswald"/>
                <a:sym typeface="Oswald"/>
              </a:rPr>
              <a:t>Agent Architecture &amp; Roles</a:t>
            </a:r>
            <a:endParaRPr sz="2400">
              <a:solidFill>
                <a:schemeClr val="dk1"/>
              </a:solidFill>
              <a:highlight>
                <a:schemeClr val="accent4"/>
              </a:highlight>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17" name="Google Shape;317;p35"/>
          <p:cNvSpPr txBox="1"/>
          <p:nvPr>
            <p:ph idx="1" type="subTitle"/>
          </p:nvPr>
        </p:nvSpPr>
        <p:spPr>
          <a:xfrm>
            <a:off x="631750" y="771525"/>
            <a:ext cx="8067600" cy="3759300"/>
          </a:xfrm>
          <a:prstGeom prst="rect">
            <a:avLst/>
          </a:prstGeom>
        </p:spPr>
        <p:txBody>
          <a:bodyPr anchorCtr="0" anchor="t" bIns="68575" lIns="68575" spcFirstLastPara="1" rIns="68575" wrap="square" tIns="68575">
            <a:noAutofit/>
          </a:bodyPr>
          <a:lstStyle/>
          <a:p>
            <a:pPr indent="0" lvl="0" marL="0" rtl="0" algn="l">
              <a:spcBef>
                <a:spcPts val="1800"/>
              </a:spcBef>
              <a:spcAft>
                <a:spcPts val="0"/>
              </a:spcAft>
              <a:buNone/>
            </a:pPr>
            <a:r>
              <a:rPr b="1" lang="en" sz="1700">
                <a:solidFill>
                  <a:srgbClr val="999999"/>
                </a:solidFill>
                <a:latin typeface="Arial"/>
                <a:ea typeface="Arial"/>
                <a:cs typeface="Arial"/>
                <a:sym typeface="Arial"/>
              </a:rPr>
              <a:t>Detail the conceptual design of your core Agentic AI system:</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What is your chosen agent architecture (e.g., centralized coordinator, decentralized, hybrid)? Justify your choice based on the problem, scalability, and robustness.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Define the roles of </a:t>
            </a:r>
            <a:r>
              <a:rPr b="1" lang="en" sz="1100">
                <a:solidFill>
                  <a:srgbClr val="999999"/>
                </a:solidFill>
                <a:latin typeface="Arial"/>
                <a:ea typeface="Arial"/>
                <a:cs typeface="Arial"/>
                <a:sym typeface="Arial"/>
              </a:rPr>
              <a:t>2-3 key agents</a:t>
            </a:r>
            <a:r>
              <a:rPr lang="en" sz="1100">
                <a:solidFill>
                  <a:srgbClr val="999999"/>
                </a:solidFill>
                <a:latin typeface="Arial"/>
                <a:ea typeface="Arial"/>
                <a:cs typeface="Arial"/>
                <a:sym typeface="Arial"/>
              </a:rPr>
              <a:t> within your system:</a:t>
            </a:r>
            <a:endParaRPr sz="1100">
              <a:solidFill>
                <a:srgbClr val="999999"/>
              </a:solidFill>
              <a:latin typeface="Arial"/>
              <a:ea typeface="Arial"/>
              <a:cs typeface="Arial"/>
              <a:sym typeface="Arial"/>
            </a:endParaRPr>
          </a:p>
          <a:p>
            <a:pPr indent="-298450" lvl="1" marL="9144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For each agent, specify its primary responsibility, goal, and the types of actions it performs.</a:t>
            </a:r>
            <a:endParaRPr sz="1100">
              <a:solidFill>
                <a:srgbClr val="999999"/>
              </a:solidFill>
              <a:latin typeface="Arial"/>
              <a:ea typeface="Arial"/>
              <a:cs typeface="Arial"/>
              <a:sym typeface="Arial"/>
            </a:endParaRPr>
          </a:p>
          <a:p>
            <a:pPr indent="-298450" lvl="1" marL="9144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What type of agent is it (e.g., reactive, goal-based)?</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This slide covers the "Multi-Agent Architecture Design" deliverable. Focus on </a:t>
            </a:r>
            <a:r>
              <a:rPr i="1" lang="en" sz="1100">
                <a:solidFill>
                  <a:srgbClr val="999999"/>
                </a:solidFill>
                <a:latin typeface="Arial"/>
                <a:ea typeface="Arial"/>
                <a:cs typeface="Arial"/>
                <a:sym typeface="Arial"/>
              </a:rPr>
              <a:t>how</a:t>
            </a:r>
            <a:r>
              <a:rPr lang="en" sz="1100">
                <a:solidFill>
                  <a:srgbClr val="999999"/>
                </a:solidFill>
                <a:latin typeface="Arial"/>
                <a:ea typeface="Arial"/>
                <a:cs typeface="Arial"/>
                <a:sym typeface="Arial"/>
              </a:rPr>
              <a:t> your agents are structured and what </a:t>
            </a:r>
            <a:r>
              <a:rPr i="1" lang="en" sz="1100">
                <a:solidFill>
                  <a:srgbClr val="999999"/>
                </a:solidFill>
                <a:latin typeface="Arial"/>
                <a:ea typeface="Arial"/>
                <a:cs typeface="Arial"/>
                <a:sym typeface="Arial"/>
              </a:rPr>
              <a:t>each</a:t>
            </a:r>
            <a:r>
              <a:rPr lang="en" sz="1100">
                <a:solidFill>
                  <a:srgbClr val="999999"/>
                </a:solidFill>
                <a:latin typeface="Arial"/>
                <a:ea typeface="Arial"/>
                <a:cs typeface="Arial"/>
                <a:sym typeface="Arial"/>
              </a:rPr>
              <a:t> agent is responsible for.</a:t>
            </a:r>
            <a:endParaRPr b="1" sz="1200">
              <a:solidFill>
                <a:srgbClr val="99999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6"/>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Agent Workflow &amp; Collaboration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23" name="Google Shape;323;p36"/>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800"/>
              </a:spcBef>
              <a:spcAft>
                <a:spcPts val="0"/>
              </a:spcAft>
              <a:buNone/>
            </a:pPr>
            <a:r>
              <a:rPr b="1" lang="en" sz="1700">
                <a:solidFill>
                  <a:srgbClr val="999999"/>
                </a:solidFill>
                <a:latin typeface="Arial"/>
                <a:ea typeface="Arial"/>
                <a:cs typeface="Arial"/>
                <a:sym typeface="Arial"/>
              </a:rPr>
              <a:t>Illustrate a key workflow that your agents automate:</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Break down the product workflow into atomic tasks.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Highlight task dependencies, handoffs between agents, and interaction points with human users or external systems.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Explain the communication protocols and mechanisms agents use to interact with each other and their environment (e.g., shared data, message queues, API calls).</a:t>
            </a:r>
            <a:endParaRPr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How do agents perceive their environment and execute actions?</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Describe how agents access data (e.g., databases, real-time feeds) and trigger operations (e.g., update records, send notifications, call external APIs).</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This slide covers the "Task Mapping &amp; Communication Protocols" deliverable. Ensure your diagram clearly shows the flow and interactions.</a:t>
            </a:r>
            <a:endParaRPr b="1" sz="1200">
              <a:solidFill>
                <a:srgbClr val="99999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Agent Workflow Simulation &amp; Validation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29" name="Google Shape;329;p37"/>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800"/>
              </a:spcBef>
              <a:spcAft>
                <a:spcPts val="0"/>
              </a:spcAft>
              <a:buNone/>
            </a:pPr>
            <a:r>
              <a:rPr b="1" lang="en" sz="1700">
                <a:solidFill>
                  <a:srgbClr val="999999"/>
                </a:solidFill>
                <a:latin typeface="Arial"/>
                <a:ea typeface="Arial"/>
                <a:cs typeface="Arial"/>
                <a:sym typeface="Arial"/>
              </a:rPr>
              <a:t>Demonstrate a critical segment of your agentic workflow:</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Outline a specific, simple scenario (e.g., a customer support ticket requiring multiple agent actions).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b="1" lang="en" sz="1100">
                <a:solidFill>
                  <a:srgbClr val="999999"/>
                </a:solidFill>
                <a:latin typeface="Arial"/>
                <a:ea typeface="Arial"/>
                <a:cs typeface="Arial"/>
                <a:sym typeface="Arial"/>
              </a:rPr>
              <a:t>Showcase:</a:t>
            </a:r>
            <a:endParaRPr b="1" sz="1100">
              <a:solidFill>
                <a:srgbClr val="999999"/>
              </a:solidFill>
              <a:latin typeface="Arial"/>
              <a:ea typeface="Arial"/>
              <a:cs typeface="Arial"/>
              <a:sym typeface="Arial"/>
            </a:endParaRPr>
          </a:p>
          <a:p>
            <a:pPr indent="-298450" lvl="1" marL="914400" rtl="0" algn="l">
              <a:spcBef>
                <a:spcPts val="0"/>
              </a:spcBef>
              <a:spcAft>
                <a:spcPts val="0"/>
              </a:spcAft>
              <a:buClr>
                <a:srgbClr val="999999"/>
              </a:buClr>
              <a:buSzPts val="1100"/>
              <a:buFont typeface="Arial"/>
              <a:buChar char="○"/>
            </a:pPr>
            <a:r>
              <a:rPr b="1" lang="en" sz="1100">
                <a:solidFill>
                  <a:srgbClr val="999999"/>
                </a:solidFill>
                <a:latin typeface="Arial"/>
                <a:ea typeface="Arial"/>
                <a:cs typeface="Arial"/>
                <a:sym typeface="Arial"/>
              </a:rPr>
              <a:t>If Low-Code:</a:t>
            </a:r>
            <a:r>
              <a:rPr lang="en" sz="1100">
                <a:solidFill>
                  <a:srgbClr val="999999"/>
                </a:solidFill>
                <a:latin typeface="Arial"/>
                <a:ea typeface="Arial"/>
                <a:cs typeface="Arial"/>
                <a:sym typeface="Arial"/>
              </a:rPr>
              <a:t> Screenshots or a brief video of your workflow in Make.com/N8N (or similar) where modules represent agents interacting.</a:t>
            </a:r>
            <a:endParaRPr sz="1100">
              <a:solidFill>
                <a:srgbClr val="999999"/>
              </a:solidFill>
              <a:latin typeface="Arial"/>
              <a:ea typeface="Arial"/>
              <a:cs typeface="Arial"/>
              <a:sym typeface="Arial"/>
            </a:endParaRPr>
          </a:p>
          <a:p>
            <a:pPr indent="-298450" lvl="1" marL="914400" rtl="0" algn="l">
              <a:spcBef>
                <a:spcPts val="0"/>
              </a:spcBef>
              <a:spcAft>
                <a:spcPts val="0"/>
              </a:spcAft>
              <a:buClr>
                <a:srgbClr val="999999"/>
              </a:buClr>
              <a:buSzPts val="1100"/>
              <a:buFont typeface="Arial"/>
              <a:buChar char="○"/>
            </a:pPr>
            <a:r>
              <a:rPr b="1" lang="en" sz="1100">
                <a:solidFill>
                  <a:srgbClr val="999999"/>
                </a:solidFill>
                <a:latin typeface="Arial"/>
                <a:ea typeface="Arial"/>
                <a:cs typeface="Arial"/>
                <a:sym typeface="Arial"/>
              </a:rPr>
              <a:t>If Conceptual:</a:t>
            </a:r>
            <a:r>
              <a:rPr lang="en" sz="1100">
                <a:solidFill>
                  <a:srgbClr val="999999"/>
                </a:solidFill>
                <a:latin typeface="Arial"/>
                <a:ea typeface="Arial"/>
                <a:cs typeface="Arial"/>
                <a:sym typeface="Arial"/>
              </a:rPr>
              <a:t> A detailed, step-by-step description of how agents would process an input, interact, make decisions, and produce an output.</a:t>
            </a:r>
            <a:endParaRPr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Present initial insights or validation of the workflow's effectiveness:</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Discuss observations on the workflow's potential for efficiency, consistency, or accuracy, based on your simulation or conceptual design.</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How does this simulation validate key assumptions about your agentic product's performance or user value?</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This directly covers the "Workflow Simulation &amp; Initial Validation" deliverable. Make it clear and compelling how agents act and collaborate.</a:t>
            </a:r>
            <a:endParaRPr b="1" sz="1000">
              <a:solidFill>
                <a:srgbClr val="99999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8"/>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Deployment, Governance &amp; Scaling</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35" name="Google Shape;335;p38"/>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457200" rtl="0" algn="l">
              <a:spcBef>
                <a:spcPts val="1200"/>
              </a:spcBef>
              <a:spcAft>
                <a:spcPts val="1200"/>
              </a:spcAft>
              <a:buNone/>
            </a:pPr>
            <a:r>
              <a:t/>
            </a:r>
            <a:endParaRPr b="1" sz="1400">
              <a:solidFill>
                <a:srgbClr val="99999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9"/>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Deployment Considerations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41" name="Google Shape;341;p39"/>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800"/>
              </a:spcBef>
              <a:spcAft>
                <a:spcPts val="0"/>
              </a:spcAft>
              <a:buNone/>
            </a:pPr>
            <a:r>
              <a:rPr b="1" lang="en" sz="1700">
                <a:solidFill>
                  <a:srgbClr val="999999"/>
                </a:solidFill>
                <a:latin typeface="Arial"/>
                <a:ea typeface="Arial"/>
                <a:cs typeface="Arial"/>
                <a:sym typeface="Arial"/>
              </a:rPr>
              <a:t>Discuss key technical and operational considerations for deploying your Agentic AI solution:</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b="1" lang="en" sz="1100">
                <a:solidFill>
                  <a:srgbClr val="999999"/>
                </a:solidFill>
                <a:latin typeface="Arial"/>
                <a:ea typeface="Arial"/>
                <a:cs typeface="Arial"/>
                <a:sym typeface="Arial"/>
              </a:rPr>
              <a:t>Infrastructure:</a:t>
            </a:r>
            <a:r>
              <a:rPr lang="en" sz="1100">
                <a:solidFill>
                  <a:srgbClr val="999999"/>
                </a:solidFill>
                <a:latin typeface="Arial"/>
                <a:ea typeface="Arial"/>
                <a:cs typeface="Arial"/>
                <a:sym typeface="Arial"/>
              </a:rPr>
              <a:t> Will your agents operate in containers, serverless environments, or dedicated infrastructure? Justify your choice based on use case, latency, resource requirements, and scalability.</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b="1" lang="en" sz="1100">
                <a:solidFill>
                  <a:srgbClr val="999999"/>
                </a:solidFill>
                <a:latin typeface="Arial"/>
                <a:ea typeface="Arial"/>
                <a:cs typeface="Arial"/>
                <a:sym typeface="Arial"/>
              </a:rPr>
              <a:t>Integration:</a:t>
            </a:r>
            <a:r>
              <a:rPr lang="en" sz="1100">
                <a:solidFill>
                  <a:srgbClr val="999999"/>
                </a:solidFill>
                <a:latin typeface="Arial"/>
                <a:ea typeface="Arial"/>
                <a:cs typeface="Arial"/>
                <a:sym typeface="Arial"/>
              </a:rPr>
              <a:t> How will your agents integrate with existing product systems (e.g., APIs, internal databases, message queues)? Highlight critical integration points.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b="1" lang="en" sz="1100">
                <a:solidFill>
                  <a:srgbClr val="999999"/>
                </a:solidFill>
                <a:latin typeface="Arial"/>
                <a:ea typeface="Arial"/>
                <a:cs typeface="Arial"/>
                <a:sym typeface="Arial"/>
              </a:rPr>
              <a:t>Security &amp; Compliance:</a:t>
            </a:r>
            <a:r>
              <a:rPr lang="en" sz="1100">
                <a:solidFill>
                  <a:srgbClr val="999999"/>
                </a:solidFill>
                <a:latin typeface="Arial"/>
                <a:ea typeface="Arial"/>
                <a:cs typeface="Arial"/>
                <a:sym typeface="Arial"/>
              </a:rPr>
              <a:t> What are the paramount security considerations for an autonomous agent (e.g., data access, unauthorized actions)? Briefly mention relevant compliance aspects.</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This slide covers the "Deployment Considerations" deliverable. Focus on the practicalities of bringing your agentic system to life.</a:t>
            </a:r>
            <a:endParaRPr b="1" sz="1300">
              <a:solidFill>
                <a:srgbClr val="99999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0"/>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Agent Governance &amp; Monitoring Strategy</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47" name="Google Shape;347;p40"/>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0"/>
              </a:spcAft>
              <a:buNone/>
            </a:pPr>
            <a:r>
              <a:rPr b="1" lang="en" sz="1100">
                <a:solidFill>
                  <a:srgbClr val="999999"/>
                </a:solidFill>
                <a:latin typeface="Arial"/>
                <a:ea typeface="Arial"/>
                <a:cs typeface="Arial"/>
                <a:sym typeface="Arial"/>
              </a:rPr>
              <a:t>(Visual: Placeholder for a "human-in-the-loop" diagram or a conceptual monitoring dashboard)</a:t>
            </a:r>
            <a:endParaRPr b="1"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Detail your strategies for governing agent behavior and continuously monitoring their performance:</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b="1" lang="en" sz="1100">
                <a:solidFill>
                  <a:srgbClr val="999999"/>
                </a:solidFill>
                <a:latin typeface="Arial"/>
                <a:ea typeface="Arial"/>
                <a:cs typeface="Arial"/>
                <a:sym typeface="Arial"/>
              </a:rPr>
              <a:t>Governance Framework:</a:t>
            </a:r>
            <a:r>
              <a:rPr lang="en" sz="1100">
                <a:solidFill>
                  <a:srgbClr val="999999"/>
                </a:solidFill>
                <a:latin typeface="Arial"/>
                <a:ea typeface="Arial"/>
                <a:cs typeface="Arial"/>
                <a:sym typeface="Arial"/>
              </a:rPr>
              <a:t> How will you define and enforce ethical boundaries and guardrails for agent actions (e.g., rule-based constraints, human oversight, explicit permissions)?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b="1" lang="en" sz="1100">
                <a:solidFill>
                  <a:srgbClr val="999999"/>
                </a:solidFill>
                <a:latin typeface="Arial"/>
                <a:ea typeface="Arial"/>
                <a:cs typeface="Arial"/>
                <a:sym typeface="Arial"/>
              </a:rPr>
              <a:t>Monitoring Metrics:</a:t>
            </a:r>
            <a:r>
              <a:rPr lang="en" sz="1100">
                <a:solidFill>
                  <a:srgbClr val="999999"/>
                </a:solidFill>
                <a:latin typeface="Arial"/>
                <a:ea typeface="Arial"/>
                <a:cs typeface="Arial"/>
                <a:sym typeface="Arial"/>
              </a:rPr>
              <a:t> What key metrics will you track to assess agent performance (e.g., task completion rate, accuracy, latency, error rate, "rogue behavior" incidents)?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b="1" lang="en" sz="1100">
                <a:solidFill>
                  <a:srgbClr val="999999"/>
                </a:solidFill>
                <a:latin typeface="Arial"/>
                <a:ea typeface="Arial"/>
                <a:cs typeface="Arial"/>
                <a:sym typeface="Arial"/>
              </a:rPr>
              <a:t>Observability &amp; Drift Detection:</a:t>
            </a:r>
            <a:r>
              <a:rPr lang="en" sz="1100">
                <a:solidFill>
                  <a:srgbClr val="999999"/>
                </a:solidFill>
                <a:latin typeface="Arial"/>
                <a:ea typeface="Arial"/>
                <a:cs typeface="Arial"/>
                <a:sym typeface="Arial"/>
              </a:rPr>
              <a:t> How will you gain visibility into agent decision-making? How will you detect "behavior drift" where agents start acting unexpectedly or sub-optimally? (Connect to Week 3 learning).</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b="1" lang="en" sz="1100">
                <a:solidFill>
                  <a:srgbClr val="999999"/>
                </a:solidFill>
                <a:latin typeface="Arial"/>
                <a:ea typeface="Arial"/>
                <a:cs typeface="Arial"/>
                <a:sym typeface="Arial"/>
              </a:rPr>
              <a:t>Human-in-the-Loop (HITL):</a:t>
            </a:r>
            <a:r>
              <a:rPr lang="en" sz="1100">
                <a:solidFill>
                  <a:srgbClr val="999999"/>
                </a:solidFill>
                <a:latin typeface="Arial"/>
                <a:ea typeface="Arial"/>
                <a:cs typeface="Arial"/>
                <a:sym typeface="Arial"/>
              </a:rPr>
              <a:t> Describe explicit HITL processes for approvals, overrides, or interventions by human operators.</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This slide covers the "Agent Governance &amp; Monitoring Strategy" deliverable. Emphasize the unique challenges and solutions for autonomous systems.</a:t>
            </a:r>
            <a:endParaRPr b="1" sz="1100">
              <a:solidFill>
                <a:srgbClr val="99999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1"/>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Scaling &amp; Continuous Improvement</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53" name="Google Shape;353;p41"/>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800"/>
              </a:spcBef>
              <a:spcAft>
                <a:spcPts val="0"/>
              </a:spcAft>
              <a:buNone/>
            </a:pPr>
            <a:r>
              <a:rPr b="1" lang="en" sz="1700">
                <a:solidFill>
                  <a:srgbClr val="999999"/>
                </a:solidFill>
                <a:latin typeface="Arial"/>
                <a:ea typeface="Arial"/>
                <a:cs typeface="Arial"/>
                <a:sym typeface="Arial"/>
              </a:rPr>
              <a:t>Outline your strategies for scaling your agentic solution:</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How will you grow your agentic system from an initial pilot to a multi-agent ecosystem? (e.g., adding more agents, expanding capabilities, platformization).</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Discuss strategies for rollout and rollback of agent updates or new agent deployments.</a:t>
            </a:r>
            <a:endParaRPr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How will you ensure continuous adaptation and improvement over time?</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What are the plans for incorporating feedback loops (e.g., user feedback, monitoring insights, real-world performance data) to refine agent logic, prompts, or models?</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How will you ensure the agentic system remains relevant and accurate as the environment or user needs evolve?</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This slide covers the "Scaling &amp; Continuous Improvement Strategies" deliverable. Connect these plans back to the monitoring and governance aspects.</a:t>
            </a:r>
            <a:endParaRPr b="1" sz="1100">
              <a:solidFill>
                <a:srgbClr val="999999"/>
              </a:solidFill>
            </a:endParaRPr>
          </a:p>
          <a:p>
            <a:pPr indent="0" lvl="0" marL="457200" rtl="0" algn="l">
              <a:spcBef>
                <a:spcPts val="1200"/>
              </a:spcBef>
              <a:spcAft>
                <a:spcPts val="0"/>
              </a:spcAft>
              <a:buNone/>
            </a:pPr>
            <a:r>
              <a:t/>
            </a:r>
            <a:endParaRPr b="1" sz="1100">
              <a:solidFill>
                <a:srgbClr val="999999"/>
              </a:solidFill>
            </a:endParaRPr>
          </a:p>
          <a:p>
            <a:pPr indent="0" lvl="0" marL="457200" rtl="0" algn="l">
              <a:spcBef>
                <a:spcPts val="1200"/>
              </a:spcBef>
              <a:spcAft>
                <a:spcPts val="1200"/>
              </a:spcAft>
              <a:buNone/>
            </a:pPr>
            <a:r>
              <a:t/>
            </a:r>
            <a:endParaRPr b="1" sz="1100">
              <a:solidFill>
                <a:srgbClr val="99999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2"/>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Roadmap &amp; Ethical Considerations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59" name="Google Shape;359;p42"/>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457200" rtl="0" algn="l">
              <a:spcBef>
                <a:spcPts val="1200"/>
              </a:spcBef>
              <a:spcAft>
                <a:spcPts val="1200"/>
              </a:spcAft>
              <a:buNone/>
            </a:pPr>
            <a:r>
              <a:t/>
            </a:r>
            <a:endParaRPr b="1" sz="1100">
              <a:solidFill>
                <a:srgbClr val="99999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3"/>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Ethical Oversight Plan</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65" name="Google Shape;365;p43"/>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0"/>
              </a:spcAft>
              <a:buNone/>
            </a:pPr>
            <a:r>
              <a:rPr b="1" lang="en" sz="1100">
                <a:solidFill>
                  <a:srgbClr val="999999"/>
                </a:solidFill>
                <a:latin typeface="Arial"/>
                <a:ea typeface="Arial"/>
                <a:cs typeface="Arial"/>
                <a:sym typeface="Arial"/>
              </a:rPr>
              <a:t>(Visual: Placeholder for an ethical AI framework diagram or a "trust" graphic)</a:t>
            </a:r>
            <a:endParaRPr b="1"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Explain the ethical considerations you addressed in your project:</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Identify specific ethical risks relevant to your agentic application (e.g., transparency of agent actions, potential for bias in agent decision-making, data privacy implications, misuse risks, user control/autonomy).</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How do you ensure agent actions are explainable and justifiable?</a:t>
            </a:r>
            <a:endParaRPr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Detail your strategies for mitigating these risks:</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Specifically, in the context of Agentic AI, discuss prompt design for fairness, transparency mechanisms, and the role of HITL as a mitigation tool.</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How would you manage potential unintended consequences of autonomous agents?</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Be specific about the ethical risks of your agentic application and how you'd manage them, drawing on course concepts.</a:t>
            </a:r>
            <a:endParaRPr sz="1100">
              <a:solidFill>
                <a:srgbClr val="999999"/>
              </a:solidFill>
              <a:latin typeface="Arial"/>
              <a:ea typeface="Arial"/>
              <a:cs typeface="Arial"/>
              <a:sym typeface="Arial"/>
            </a:endParaRPr>
          </a:p>
          <a:p>
            <a:pPr indent="0" lvl="0" marL="457200" rtl="0" algn="l">
              <a:spcBef>
                <a:spcPts val="1200"/>
              </a:spcBef>
              <a:spcAft>
                <a:spcPts val="1200"/>
              </a:spcAft>
              <a:buNone/>
            </a:pPr>
            <a:r>
              <a:t/>
            </a:r>
            <a:endParaRPr b="1" sz="1100">
              <a:solidFill>
                <a:srgbClr val="99999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4"/>
          <p:cNvSpPr txBox="1"/>
          <p:nvPr>
            <p:ph type="title"/>
          </p:nvPr>
        </p:nvSpPr>
        <p:spPr>
          <a:xfrm>
            <a:off x="481498" y="231700"/>
            <a:ext cx="8437500" cy="5145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rPr lang="en">
                <a:solidFill>
                  <a:schemeClr val="dk1"/>
                </a:solidFill>
                <a:latin typeface="Oswald"/>
                <a:ea typeface="Oswald"/>
                <a:cs typeface="Oswald"/>
                <a:sym typeface="Oswald"/>
              </a:rPr>
              <a:t>Conclusion &amp; Business Implications</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sz="2600">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a:p>
            <a:pPr indent="0" lvl="0" marL="0" rtl="0" algn="l">
              <a:spcBef>
                <a:spcPts val="0"/>
              </a:spcBef>
              <a:spcAft>
                <a:spcPts val="0"/>
              </a:spcAft>
              <a:buNone/>
            </a:pPr>
            <a:r>
              <a:t/>
            </a:r>
            <a:endParaRPr>
              <a:solidFill>
                <a:schemeClr val="dk1"/>
              </a:solidFill>
              <a:latin typeface="Oswald"/>
              <a:ea typeface="Oswald"/>
              <a:cs typeface="Oswald"/>
              <a:sym typeface="Oswald"/>
            </a:endParaRPr>
          </a:p>
        </p:txBody>
      </p:sp>
      <p:sp>
        <p:nvSpPr>
          <p:cNvPr id="371" name="Google Shape;371;p44"/>
          <p:cNvSpPr txBox="1"/>
          <p:nvPr>
            <p:ph idx="1" type="subTitle"/>
          </p:nvPr>
        </p:nvSpPr>
        <p:spPr>
          <a:xfrm>
            <a:off x="618100" y="861300"/>
            <a:ext cx="8067600" cy="3759300"/>
          </a:xfrm>
          <a:prstGeom prst="rect">
            <a:avLst/>
          </a:prstGeom>
        </p:spPr>
        <p:txBody>
          <a:bodyPr anchorCtr="0" anchor="t" bIns="68575" lIns="68575" spcFirstLastPara="1" rIns="68575" wrap="square" tIns="68575">
            <a:noAutofit/>
          </a:bodyPr>
          <a:lstStyle/>
          <a:p>
            <a:pPr indent="0" lvl="0" marL="0" rtl="0" algn="l">
              <a:spcBef>
                <a:spcPts val="1200"/>
              </a:spcBef>
              <a:spcAft>
                <a:spcPts val="0"/>
              </a:spcAft>
              <a:buNone/>
            </a:pPr>
            <a:r>
              <a:rPr b="1" lang="en" sz="1100">
                <a:solidFill>
                  <a:srgbClr val="999999"/>
                </a:solidFill>
                <a:latin typeface="Arial"/>
                <a:ea typeface="Arial"/>
                <a:cs typeface="Arial"/>
                <a:sym typeface="Arial"/>
              </a:rPr>
              <a:t>(Visual: Placeholder for a summary infographic or key results graphic)</a:t>
            </a:r>
            <a:endParaRPr b="1"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Summarize the project's key takeaways:</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What did you learn about building, deploying, governing, and managing Agentic AI products and multi-agent workflows?</a:t>
            </a:r>
            <a:endParaRPr sz="1100">
              <a:solidFill>
                <a:srgbClr val="999999"/>
              </a:solidFill>
              <a:latin typeface="Arial"/>
              <a:ea typeface="Arial"/>
              <a:cs typeface="Arial"/>
              <a:sym typeface="Arial"/>
            </a:endParaRPr>
          </a:p>
          <a:p>
            <a:pPr indent="0" lvl="0" marL="0" rtl="0" algn="l">
              <a:spcBef>
                <a:spcPts val="1800"/>
              </a:spcBef>
              <a:spcAft>
                <a:spcPts val="0"/>
              </a:spcAft>
              <a:buNone/>
            </a:pPr>
            <a:r>
              <a:rPr b="1" lang="en" sz="1700">
                <a:solidFill>
                  <a:srgbClr val="999999"/>
                </a:solidFill>
                <a:latin typeface="Arial"/>
                <a:ea typeface="Arial"/>
                <a:cs typeface="Arial"/>
                <a:sym typeface="Arial"/>
              </a:rPr>
              <a:t>Reiterate the overall value of your Agentic AI product and its impact:</a:t>
            </a:r>
            <a:endParaRPr b="1" sz="17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What are the key business implications (e.g., efficiency gains, strategic advantage, improved customer experience)?</a:t>
            </a:r>
            <a:endParaRPr sz="1100">
              <a:solidFill>
                <a:srgbClr val="999999"/>
              </a:solidFill>
              <a:latin typeface="Arial"/>
              <a:ea typeface="Arial"/>
              <a:cs typeface="Arial"/>
              <a:sym typeface="Arial"/>
            </a:endParaRPr>
          </a:p>
          <a:p>
            <a:pPr indent="-298450" lvl="0" marL="457200" rtl="0" algn="l">
              <a:spcBef>
                <a:spcPts val="0"/>
              </a:spcBef>
              <a:spcAft>
                <a:spcPts val="0"/>
              </a:spcAft>
              <a:buClr>
                <a:srgbClr val="999999"/>
              </a:buClr>
              <a:buSzPts val="1100"/>
              <a:buFont typeface="Arial"/>
              <a:buChar char="●"/>
            </a:pPr>
            <a:r>
              <a:rPr lang="en" sz="1100">
                <a:solidFill>
                  <a:srgbClr val="999999"/>
                </a:solidFill>
                <a:latin typeface="Arial"/>
                <a:ea typeface="Arial"/>
                <a:cs typeface="Arial"/>
                <a:sym typeface="Arial"/>
              </a:rPr>
              <a:t>How does your solution effectively address the initial problem and contribute to strategic business goals?</a:t>
            </a:r>
            <a:endParaRPr sz="1100">
              <a:solidFill>
                <a:srgbClr val="999999"/>
              </a:solidFill>
              <a:latin typeface="Arial"/>
              <a:ea typeface="Arial"/>
              <a:cs typeface="Arial"/>
              <a:sym typeface="Arial"/>
            </a:endParaRPr>
          </a:p>
          <a:p>
            <a:pPr indent="0" lvl="0" marL="0" rtl="0" algn="l">
              <a:spcBef>
                <a:spcPts val="1200"/>
              </a:spcBef>
              <a:spcAft>
                <a:spcPts val="0"/>
              </a:spcAft>
              <a:buNone/>
            </a:pPr>
            <a:r>
              <a:rPr b="1" lang="en" sz="1100">
                <a:solidFill>
                  <a:srgbClr val="999999"/>
                </a:solidFill>
                <a:latin typeface="Arial"/>
                <a:ea typeface="Arial"/>
                <a:cs typeface="Arial"/>
                <a:sym typeface="Arial"/>
              </a:rPr>
              <a:t>Note:</a:t>
            </a:r>
            <a:endParaRPr b="1" sz="1100">
              <a:solidFill>
                <a:srgbClr val="999999"/>
              </a:solidFill>
              <a:latin typeface="Arial"/>
              <a:ea typeface="Arial"/>
              <a:cs typeface="Arial"/>
              <a:sym typeface="Arial"/>
            </a:endParaRPr>
          </a:p>
          <a:p>
            <a:pPr indent="-298450" lvl="0" marL="457200" rtl="0" algn="l">
              <a:spcBef>
                <a:spcPts val="1200"/>
              </a:spcBef>
              <a:spcAft>
                <a:spcPts val="0"/>
              </a:spcAft>
              <a:buClr>
                <a:srgbClr val="999999"/>
              </a:buClr>
              <a:buSzPts val="1100"/>
              <a:buFont typeface="Arial"/>
              <a:buChar char="●"/>
            </a:pPr>
            <a:r>
              <a:rPr lang="en" sz="1100">
                <a:solidFill>
                  <a:srgbClr val="999999"/>
                </a:solidFill>
                <a:latin typeface="Arial"/>
                <a:ea typeface="Arial"/>
                <a:cs typeface="Arial"/>
                <a:sym typeface="Arial"/>
              </a:rPr>
              <a:t>Synthesize your learnings and re-emphasize the core value proposition and strategic importance of your Agentic AI product.</a:t>
            </a:r>
            <a:endParaRPr b="1" sz="1100">
              <a:solidFill>
                <a:srgbClr val="999999"/>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5"/>
          <p:cNvSpPr txBox="1"/>
          <p:nvPr>
            <p:ph type="title"/>
          </p:nvPr>
        </p:nvSpPr>
        <p:spPr>
          <a:xfrm>
            <a:off x="685982" y="1894350"/>
            <a:ext cx="6083100" cy="1354800"/>
          </a:xfrm>
          <a:prstGeom prst="rect">
            <a:avLst/>
          </a:prstGeom>
        </p:spPr>
        <p:txBody>
          <a:bodyPr anchorCtr="0" anchor="ctr" bIns="68575" lIns="68575" spcFirstLastPara="1" rIns="68575" wrap="square" tIns="6857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PL Theme 2.1">
  <a:themeElements>
    <a:clrScheme name="Simple Light">
      <a:dk1>
        <a:srgbClr val="226F3E"/>
      </a:dk1>
      <a:lt1>
        <a:srgbClr val="FFFFFF"/>
      </a:lt1>
      <a:dk2>
        <a:srgbClr val="141414"/>
      </a:dk2>
      <a:lt2>
        <a:srgbClr val="47A43D"/>
      </a:lt2>
      <a:accent1>
        <a:srgbClr val="226F3E"/>
      </a:accent1>
      <a:accent2>
        <a:srgbClr val="4E4D4E"/>
      </a:accent2>
      <a:accent3>
        <a:srgbClr val="900000"/>
      </a:accent3>
      <a:accent4>
        <a:srgbClr val="F1B416"/>
      </a:accent4>
      <a:accent5>
        <a:srgbClr val="FF6501"/>
      </a:accent5>
      <a:accent6>
        <a:srgbClr val="3F51B5"/>
      </a:accent6>
      <a:hlink>
        <a:srgbClr val="DFDD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