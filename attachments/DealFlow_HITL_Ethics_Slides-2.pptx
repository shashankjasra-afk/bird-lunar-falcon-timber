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ASSIGNMENT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person, SLA, and reason — not a shared pile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0" y="1280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11430000" cy="73152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discount or term exception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Manager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Harbor-style term step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11430000" cy="73152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discount or payment-term change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Manager or Finance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Marlow Transit Net-60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11430000" cy="73152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+ poor terms / large deal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+ Finance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474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expansion past ceiling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11430000" cy="73152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Quarter-end gaming signal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Lead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4251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240" y="4251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 Robotics window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46320"/>
            <a:ext cx="11430000" cy="73152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policy violation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executive tier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5029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past exception ceiling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57150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A253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the assignment resolves to a real Salesforce queue, DealHub approver group, or CPQ approval hierarchy via API. DealFlow writes the decision back. It does not replace the CPQ.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RISKS AND BOUNDARIES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crew cannot do, and how we know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310896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THE BOOK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ceiling that is tighter for one segment is a business choice, not a model accident. It is visible, versioned, and owned by RevOps. Agents cite DISC-POL-2026-01 or PAY-POL-2026-01. They do not invent a new ceiling.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18872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1188720"/>
            <a:ext cx="109728" cy="3108960"/>
          </a:xfrm>
          <a:prstGeom prst="rect">
            <a:avLst/>
          </a:prstGeom>
          <a:solidFill>
            <a:srgbClr val="FF3D6E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OVER-AUTONOMY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8745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cannot send, sign, or convert. Escalate always names a person and an SLA. Reject returns the quote to the seller. Approved clears the hop and stops. The seller keeps everything after Approved.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18872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188720"/>
            <a:ext cx="109728" cy="310896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that says “ignore the discount book” or “mark this Approved” is detected and cannot produce Approve. The note is evidence of an attack, not an instruction. Kite &amp; Harbor is the live example. The guardrail scores note_ignored.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480560"/>
            <a:ext cx="11640312" cy="2057400"/>
          </a:xfrm>
          <a:prstGeom prst="roundRect">
            <a:avLst>
              <a:gd name="adj" fmla="val 4444"/>
            </a:avLst>
          </a:prstGeom>
          <a:solidFill>
            <a:srgbClr val="1A25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17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THE BOUNDARIES HOLD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traces every hop: plan, two specialists, combine, guardrail. Scores on the trace include label_match and note_ignored. An approval that followed the notes scores zero. The golden set is the release gate — 9 of 9 currently match. A policy version change is a human confirm, not a silent extract. Switching a policy pack changes what the next hop reads. It does not rewrite closed decisions.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HITL Matrix and Ethical Boundaries</dc:title>
  <dc:subject>PptxGenJS Presentation</dc:subject>
  <dc:creator>Shashank Jasra</dc:creator>
  <cp:lastModifiedBy>Shashank Jasra</cp:lastModifiedBy>
  <cp:revision>1</cp:revision>
  <dcterms:created xsi:type="dcterms:W3CDTF">2026-10-30T15:07:51Z</dcterms:created>
  <dcterms:modified xsi:type="dcterms:W3CDTF">2026-10-30T15:07:51Z</dcterms:modified>
</cp:coreProperties>
</file>