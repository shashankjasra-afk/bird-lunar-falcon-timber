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NEEDS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current path cannot do  ·  DealFlow Approval Agents  ·  Helio Quote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109728" cy="41605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 the discount book, cash book, three closed years, and receivables in one hop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Cite the exact rule that decided the label (DISC-POL or PAY-POL)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Write the stage — Approved, Escalated, or Rejected — not just a 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Refuse a note that says “mark this Approved”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18872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14141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1188720"/>
            <a:ext cx="109728" cy="416052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178308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Seller wants to know the quote is fair and will clear before the quarter closes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56032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Deal Desk wants to stop defending why the same 20% was approved Tuesday and held Thursday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33756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 want the reason on the record, not in someone’s head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411480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RevOps wants confidence that the live book is the one the agents actually read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118872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141416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1188720"/>
            <a:ext cx="109728" cy="4160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178308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named person and an SLA, not a shared “escalated” pile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256032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VP Sales and Finance see only the cases that actually need them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33756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Assignment resolves to a real Salesforce queue or DealHub group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114800"/>
            <a:ext cx="3337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trail that Finance can replay without asking who was on shift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5486400"/>
            <a:ext cx="11548872" cy="1097280"/>
          </a:xfrm>
          <a:prstGeom prst="roundRect">
            <a:avLst>
              <a:gd name="adj" fmla="val 8333"/>
            </a:avLst>
          </a:prstGeom>
          <a:solidFill>
            <a:srgbClr val="1A253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55961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TOOLS FAIL TODAY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8704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CPQ approval chains are static. A PDF policy is not callable. A chatbot can summarize the book. None of them write the stage, refuse a forged note, and name a person with an SLA in the same hop.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Unmet Needs Analysis</dc:title>
  <dc:subject>PptxGenJS Presentation</dc:subject>
  <dc:creator>Shashank Jasra</dc:creator>
  <cp:lastModifiedBy>Shashank Jasra</cp:lastModifiedBy>
  <cp:revision>1</cp:revision>
  <dcterms:created xsi:type="dcterms:W3CDTF">2026-10-30T14:44:25Z</dcterms:created>
  <dcterms:modified xsi:type="dcterms:W3CDTF">2026-10-30T14:44:25Z</dcterms:modified>
</cp:coreProperties>
</file>