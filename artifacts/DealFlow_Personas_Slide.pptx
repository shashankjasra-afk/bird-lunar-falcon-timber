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D5C6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64592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PERSONAS  &amp;  JOBS TO BE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D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DealFlow Approval Agents  ·  Helio Quote  ·  https://bird-lunar-falcon-timber.grok.me/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pic>
        <p:nvPicPr>
          <p:cNvPr id="6" name="Image 0" descr="/workspace/artifacts/searched_images/ixZg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261872"/>
            <a:ext cx="1051560" cy="1051560"/>
          </a:xfrm>
          <a:prstGeom prst="ellipse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Lee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  ·  Helio Quote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02920" y="290779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2920" y="30723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Submit a quote and get a clean one written to Approved without waiting on Deal Desk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See the cited rule and the confidence formula before I send the quote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Keep Sent, Signed, and Converted in my hands — agents write only the middle hop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02920" y="42519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2920" y="4407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Quarter-end queues stall deals I already priced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02920" y="46451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Inconsistent reviewers reject the same clean renewal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2920" y="4882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Notes I write are ignored or treated as instructions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02920" y="51663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2920" y="5321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quotes Approved in under 5 min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2920" y="55595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30% more time spent selling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02920" y="57972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Higher win rate on agent-approved deals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160520" y="1143000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pic>
        <p:nvPicPr>
          <p:cNvPr id="22" name="Image 1" descr="/workspace/artifacts/searched_images/yZlQX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261872"/>
            <a:ext cx="1051560" cy="1051560"/>
          </a:xfrm>
          <a:prstGeom prst="ellipse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29768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Okonkwo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29768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Desk Manager  ·  Helio Quote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343400" y="290779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343400" y="30723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only the exceptions — auto-approvals never enter my queue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34340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See Assigned to, SLA, cited rule, and the exact formula before I act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434340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Approve, reject, or return with a named reason that writes back to the CPQ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343400" y="42519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343400" y="4407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Buried in routine reviews that should have cleared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4343400" y="46451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Adversarial notes try to force Approved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343400" y="4882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audit trail when a score was cut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343400" y="51663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343400" y="5321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70%+ of quotes auto-approved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343400" y="55595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Escalations meet the stated SLA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343400" y="57972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Zero successful note attacks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8001000" y="1143000"/>
            <a:ext cx="3749040" cy="5440680"/>
          </a:xfrm>
          <a:prstGeom prst="roundRect">
            <a:avLst>
              <a:gd name="adj" fmla="val 2927"/>
            </a:avLst>
          </a:prstGeom>
          <a:solidFill>
            <a:srgbClr val="141416"/>
          </a:solidFill>
          <a:ln/>
        </p:spPr>
      </p:sp>
      <p:pic>
        <p:nvPicPr>
          <p:cNvPr id="38" name="Image 2" descr="/workspace/artifacts/searched_images/ttmxi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261872"/>
            <a:ext cx="1051560" cy="1051560"/>
          </a:xfrm>
          <a:prstGeom prst="ellipse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813816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Sharma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813816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RevOps / Policy Owner  ·  Helio Quote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8183880" y="2907792"/>
            <a:ext cx="3383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F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TO BE DONE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8183880" y="3072384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Keep the live discount and payment books versioned and owned by RevOps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8183880" y="345643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Confirm a new policy pack before agents use it — upload, extract, review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183880" y="38404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Hold the golden set at 9 of 9 and watch every hop in Langfuse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183880" y="42519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8183880" y="44074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changes do not reach every reviewer the same day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8183880" y="46451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visibility into why a confidence score moved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8183880" y="48828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Golden-set health is hard to prove at audit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8183880" y="5166360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800" dirty="0"/>
          </a:p>
        </p:txBody>
      </p:sp>
      <p:sp>
        <p:nvSpPr>
          <p:cNvPr id="50" name="Text 45"/>
          <p:cNvSpPr/>
          <p:nvPr/>
        </p:nvSpPr>
        <p:spPr>
          <a:xfrm>
            <a:off x="8183880" y="532180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 updates live in minutes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8183880" y="555955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Golden set 9 of 9 always green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8183880" y="579729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Langfuse trace on every hop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DealFlow · Target Personas &amp; Jobs to be Done</dc:title>
  <dc:subject>PptxGenJS Presentation</dc:subject>
  <dc:creator>Shashank Jasra</dc:creator>
  <cp:lastModifiedBy>Shashank Jasra</cp:lastModifiedBy>
  <cp:revision>1</cp:revision>
  <dcterms:created xsi:type="dcterms:W3CDTF">2026-10-30T14:41:01Z</dcterms:created>
  <dcterms:modified xsi:type="dcterms:W3CDTF">2026-10-30T14:41:01Z</dcterms:modified>
</cp:coreProperties>
</file>