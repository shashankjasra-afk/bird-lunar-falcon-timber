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92608" y="1463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OVERSIGHT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hop is not allowed to 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3822192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56032" y="749808"/>
            <a:ext cx="73152" cy="1755648"/>
          </a:xfrm>
          <a:prstGeom prst="rect">
            <a:avLst/>
          </a:prstGeom>
          <a:solidFill>
            <a:srgbClr val="1D5C6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38912" y="8412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115568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 discount limit for one customer group is a business choice, not a model accident. It is written in the book, versioned, and owned by RevOps. Agents follow that limit. They do not invent a new 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24528" y="749808"/>
            <a:ext cx="3822192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224528" y="749808"/>
            <a:ext cx="73152" cy="1755648"/>
          </a:xfrm>
          <a:prstGeom prst="rect">
            <a:avLst/>
          </a:prstGeom>
          <a:solidFill>
            <a:srgbClr val="1D5C6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07408" y="8412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07408" y="1115568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label carries the rule, the confidence formula, and the file that was opened. A seller can open the reasoning. Finance can replay the hop.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93024" y="749808"/>
            <a:ext cx="3822192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193024" y="749808"/>
            <a:ext cx="73152" cy="1755648"/>
          </a:xfrm>
          <a:prstGeom prst="rect">
            <a:avLst/>
          </a:prstGeom>
          <a:solidFill>
            <a:srgbClr val="1D5C68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75904" y="8412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OVER-AUTONOMY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75904" y="1115568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crew cannot send, sign, or convert. Escalate names a person, a queue, and an SLA. Approved clears the hop and stops. The seller keeps everything after that.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" y="2624328"/>
            <a:ext cx="3822192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56032" y="2624328"/>
            <a:ext cx="73152" cy="1755648"/>
          </a:xfrm>
          <a:prstGeom prst="rect">
            <a:avLst/>
          </a:prstGeom>
          <a:solidFill>
            <a:srgbClr val="1D5C6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38912" y="27157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" y="2990088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that says ignore the book or mark this Approved cannot produce Approve. That is the control. A note is evidence, not an instruction.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24528" y="2624328"/>
            <a:ext cx="3822192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224528" y="2624328"/>
            <a:ext cx="73152" cy="1755648"/>
          </a:xfrm>
          <a:prstGeom prst="rect">
            <a:avLst/>
          </a:prstGeom>
          <a:solidFill>
            <a:srgbClr val="1D5C6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407408" y="27157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07408" y="2990088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hop reads commercial fields only: discount, terms, ACV, receivables. It does not need personal data beyond the seller and the account name.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93024" y="2624328"/>
            <a:ext cx="3822192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193024" y="2624328"/>
            <a:ext cx="73152" cy="1755648"/>
          </a:xfrm>
          <a:prstGeom prst="rect">
            <a:avLst/>
          </a:prstGeom>
          <a:solidFill>
            <a:srgbClr val="1D5C68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375904" y="27157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75904" y="2990088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hop is traced. Scores are label match and note ignored. An approval that followed the notes scores zero. The golden set is the release gate.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6032" y="4572000"/>
            <a:ext cx="11667744" cy="1828800"/>
          </a:xfrm>
          <a:prstGeom prst="roundRect">
            <a:avLst>
              <a:gd name="adj" fmla="val 3000"/>
            </a:avLst>
          </a:prstGeom>
          <a:solidFill>
            <a:srgbClr val="0E1A24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20624" y="46817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OVERSIGHT CATCHES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0624" y="493776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looser than the book. A note that forces Approve. A missing citation. An assignment with no person or no SLA. Drift between the live book and the golden set. A policy change that was not human-confirmed. Upload, extract, confirm, then live. A pack switch changes the next hop. It does not rewrite a closed decision.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1A24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92608" y="662025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Approval Agents  ·  github.com/shashankjasra-afk/bird-lunar-falcon-timber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607040" y="6620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Ethical Oversight Plan</dc:title>
  <dc:subject>One slide. Functional pointers. No quote examples.</dc:subject>
  <dc:creator>DealFlow Approval Agents</dc:creator>
  <cp:lastModifiedBy>DealFlow Approval Agents</cp:lastModifiedBy>
  <cp:revision>1</cp:revision>
  <dcterms:created xsi:type="dcterms:W3CDTF">2026-10-30T17:58:02Z</dcterms:created>
  <dcterms:modified xsi:type="dcterms:W3CDTF">2026-10-30T17:58:02Z</dcterms:modified>
</cp:coreProperties>
</file>