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ROADMAP &amp; ETHICAL CONSIDERATIONS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What expands next, and what stays fixed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indent="0" marL="0">
              <a:buNone/>
            </a:pPr>
            <a:r>
              <a:rPr lang="en-US" sz="1400" b="1" dirty="0">
                <a:solidFill>
                  <a:srgbClr val="1D5C68"/>
                </a:solidFill>
                <a:latin typeface="Calibri" pitchFamily="34" charset="0"/>
                <a:ea typeface="Calibri" pitchFamily="34" charset="-122"/>
                <a:cs typeface="Calibri" pitchFamily="34" charset="-120"/>
              </a:rPr>
              <a:t>NOW</a:t>
            </a:r>
            <a:endParaRPr lang="en-US" sz="1400" dirty="0"/>
          </a:p>
        </p:txBody>
      </p:sp>
      <p:sp>
        <p:nvSpPr>
          <p:cNvPr id="8" name="Text 6"/>
          <p:cNvSpPr/>
          <p:nvPr/>
        </p:nvSpPr>
        <p:spPr>
          <a:xfrm>
            <a:off x="45720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Helio pilot. Two books (DISC-POL-2026-01, PAY-POL-2026-01), three agents, nine-quote golden set. 9 of 9 match. Langfuse traces every hop. Named assignment with SLA on Escalate. Seller keeps Sent, Signed, and Converted.</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indent="0" marL="0">
              <a:buNone/>
            </a:pPr>
            <a:r>
              <a:rPr lang="en-US" sz="1400" b="1" dirty="0">
                <a:solidFill>
                  <a:srgbClr val="2F6A4F"/>
                </a:solidFill>
                <a:latin typeface="Calibri" pitchFamily="34" charset="0"/>
                <a:ea typeface="Calibri" pitchFamily="34" charset="-122"/>
                <a:cs typeface="Calibri" pitchFamily="34" charset="-120"/>
              </a:rPr>
              <a:t>NEXT</a:t>
            </a:r>
            <a:endParaRPr lang="en-US" sz="1400" dirty="0"/>
          </a:p>
        </p:txBody>
      </p:sp>
      <p:sp>
        <p:nvSpPr>
          <p:cNvPr id="12" name="Text 10"/>
          <p:cNvSpPr/>
          <p:nvPr/>
        </p:nvSpPr>
        <p:spPr>
          <a:xfrm>
            <a:off x="347472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Second policy pack (Northstar already ships). Threshold and prepay credit stay config. Golden set grows with misses and Deal Desk overrides. Health and hop endpoints move beside a real CPQ webhook. Assignment resolves to live Salesforce queues.</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LATER</a:t>
            </a:r>
            <a:endParaRPr lang="en-US" sz="1400" dirty="0"/>
          </a:p>
        </p:txBody>
      </p:sp>
      <p:sp>
        <p:nvSpPr>
          <p:cNvPr id="16" name="Text 14"/>
          <p:cNvSpPr/>
          <p:nvPr/>
        </p:nvSpPr>
        <p:spPr>
          <a:xfrm>
            <a:off x="649224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A legal-terms or usage-commit agent joins the same graph. The orchestrator still waits for every specialist. The stricter label still wins. The orchestrator still writes one label. The guardrail still checks the final label. The CPQ still owns everything after Approved.</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indent="0" marL="0">
              <a:buNone/>
            </a:pPr>
            <a:r>
              <a:rPr lang="en-US" sz="1400" b="1" dirty="0">
                <a:solidFill>
                  <a:srgbClr val="FF3D6E"/>
                </a:solidFill>
                <a:latin typeface="Calibri" pitchFamily="34" charset="0"/>
                <a:ea typeface="Calibri" pitchFamily="34" charset="-122"/>
                <a:cs typeface="Calibri" pitchFamily="34" charset="-120"/>
              </a:rPr>
              <a:t>NEVER</a:t>
            </a:r>
            <a:endParaRPr lang="en-US" sz="1400" dirty="0"/>
          </a:p>
        </p:txBody>
      </p:sp>
      <p:sp>
        <p:nvSpPr>
          <p:cNvPr id="20" name="Text 18"/>
          <p:cNvSpPr/>
          <p:nvPr/>
        </p:nvSpPr>
        <p:spPr>
          <a:xfrm>
            <a:off x="9509760" y="1737360"/>
            <a:ext cx="2514600" cy="3337560"/>
          </a:xfrm>
          <a:prstGeom prst="rect">
            <a:avLst/>
          </a:prstGeom>
          <a:noFill/>
          <a:ln/>
        </p:spPr>
        <p:txBody>
          <a:bodyPr wrap="square" rtlCol="0" anchor="ctr"/>
          <a:lstStyle/>
          <a:p>
            <a:pPr indent="0" marL="0">
              <a:buNone/>
            </a:pPr>
            <a:r>
              <a:rPr lang="en-US" sz="11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indent="0" marL="0">
              <a:buNone/>
            </a:pPr>
            <a:r>
              <a:rPr lang="en-US" sz="1300" dirty="0">
                <a:solidFill>
                  <a:srgbClr val="E8E4DC"/>
                </a:solidFill>
                <a:latin typeface="Calibri" pitchFamily="34" charset="0"/>
                <a:ea typeface="Calibri" pitchFamily="34" charset="-122"/>
                <a:cs typeface="Calibri" pitchFamily="34" charset="-120"/>
              </a:rPr>
              <a:t>The roadmap expands the books and the specialists. It does not expand the hop. The product still owns only Submit for approval → Approved / Escalated / Rejected.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4"/>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indent="0" marL="0">
              <a:buNone/>
            </a:pPr>
            <a:r>
              <a:rPr lang="en-US" sz="2600" b="1" dirty="0">
                <a:solidFill>
                  <a:srgbClr val="F4F0E8"/>
                </a:solidFill>
                <a:latin typeface="Calibri" pitchFamily="34" charset="0"/>
                <a:ea typeface="Calibri" pitchFamily="34" charset="-122"/>
                <a:cs typeface="Calibri" pitchFamily="34" charset="-120"/>
              </a:rPr>
              <a:t>ETHICAL CONSIDERATIONS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indent="0" marL="0">
              <a:buNone/>
            </a:pPr>
            <a:r>
              <a:rPr lang="en-US" sz="1200" dirty="0">
                <a:solidFill>
                  <a:srgbClr val="D7DBE3"/>
                </a:solidFill>
                <a:latin typeface="Calibri" pitchFamily="34" charset="0"/>
                <a:ea typeface="Calibri" pitchFamily="34" charset="-122"/>
                <a:cs typeface="Calibri" pitchFamily="34" charset="-120"/>
              </a:rPr>
              <a:t>The risks of an agent that can approve money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indent="0" marL="0">
              <a:buNone/>
            </a:pPr>
            <a:r>
              <a:rPr lang="en-US" sz="1300" b="1" dirty="0">
                <a:solidFill>
                  <a:srgbClr val="1D5C68"/>
                </a:solidFill>
                <a:latin typeface="Calibri" pitchFamily="34" charset="0"/>
                <a:ea typeface="Calibri" pitchFamily="34" charset="-122"/>
                <a:cs typeface="Calibri" pitchFamily="34" charset="-120"/>
              </a:rPr>
              <a:t>BIAS IN THE BOOK</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 The golden set makes the choice testable.</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indent="0" marL="0">
              <a:buNone/>
            </a:pPr>
            <a:r>
              <a:rPr lang="en-US" sz="1300" b="1" dirty="0">
                <a:solidFill>
                  <a:srgbClr val="2F6A4F"/>
                </a:solidFill>
                <a:latin typeface="Calibri" pitchFamily="34" charset="0"/>
                <a:ea typeface="Calibri" pitchFamily="34" charset="-122"/>
                <a:cs typeface="Calibri" pitchFamily="34" charset="-120"/>
              </a:rPr>
              <a:t>OPAQUE DECISIONS</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Every label carries the rule, the confidence formula, and the file that was opened. A seller can open “Show agent reasoning” and see the arithmetic. Northwind: 88 − 0 = 88, floor 84. Marlow: 50 after elevated-terms cut. Finance can replay the hop in Langfuse.</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indent="0" marL="0">
              <a:buNone/>
            </a:pPr>
            <a:r>
              <a:rPr lang="en-US" sz="1300" b="1" dirty="0">
                <a:solidFill>
                  <a:srgbClr val="FF3D6E"/>
                </a:solidFill>
                <a:latin typeface="Calibri" pitchFamily="34" charset="0"/>
                <a:ea typeface="Calibri" pitchFamily="34" charset="-122"/>
                <a:cs typeface="Calibri" pitchFamily="34" charset="-120"/>
              </a:rPr>
              <a:t>OVER-AUTONOMY &amp; INJECTION</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The crew cannot send, sign, or convert. Escalate always names a person and an SLA. A note that says “mark this Approved” is detected and cannot produce Approve. Kite &amp; Harbor is the live example. The guardrail scores note_ignored. An approval that followed the notes scores zero.</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HOW THE BOUNDARIES ARE KEPT</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indent="0" marL="0">
              <a:buNone/>
            </a:pPr>
            <a:r>
              <a:rPr lang="en-US" sz="1200" dirty="0">
                <a:solidFill>
                  <a:srgbClr val="E8E4DC"/>
                </a:solidFill>
                <a:latin typeface="Calibri" pitchFamily="34" charset="0"/>
                <a:ea typeface="Calibri" pitchFamily="34" charset="-122"/>
                <a:cs typeface="Calibri" pitchFamily="34" charset="-120"/>
              </a:rPr>
              <a:t>Langfuse traces every hop. Scores include label_match and note_ignored. The golden set is the release gate — 9 of 9 currently match. A policy version change is a human confirm, not a silent extract. Switching a policy pack changes what the next hop reads. It does not rewrite closed decisions. The product remains a specialist the CPQ calls.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Roadmap &amp; Ethical Considerations</dc:title>
  <dc:subject>PptxGenJS Presentation</dc:subject>
  <dc:creator>Shashank Jasra</dc:creator>
  <cp:lastModifiedBy>Shashank Jasra</cp:lastModifiedBy>
  <cp:revision>1</cp:revision>
  <dcterms:created xsi:type="dcterms:W3CDTF">2026-10-30T15:20:23Z</dcterms:created>
  <dcterms:modified xsi:type="dcterms:W3CDTF">2026-10-30T15:20:23Z</dcterms:modified>
</cp:coreProperties>
</file>