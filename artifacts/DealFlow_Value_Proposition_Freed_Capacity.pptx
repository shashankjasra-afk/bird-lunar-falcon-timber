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A24"/>
          </a:solidFill>
          <a:ln/>
        </p:spPr>
      </p:sp>
      <p:sp>
        <p:nvSpPr>
          <p:cNvPr id="3" name="Text 1"/>
          <p:cNvSpPr/>
          <p:nvPr/>
        </p:nvSpPr>
        <p:spPr>
          <a:xfrm>
            <a:off x="384048" y="182880"/>
            <a:ext cx="11338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4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PROPOSITION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84048" y="512064"/>
            <a:ext cx="11338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7DB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book. Same label. A person only when the book says so.  ·  DealFlow Approval Agents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84048" y="896112"/>
            <a:ext cx="3703320" cy="1783080"/>
          </a:xfrm>
          <a:prstGeom prst="roundRect">
            <a:avLst>
              <a:gd name="adj" fmla="val 4103"/>
            </a:avLst>
          </a:prstGeom>
          <a:solidFill>
            <a:srgbClr val="142027"/>
          </a:solidFill>
          <a:ln w="12700">
            <a:solidFill>
              <a:srgbClr val="1F3A4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987552"/>
            <a:ext cx="34107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5C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 TIME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30352" y="1261872"/>
            <a:ext cx="341071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is 2.1 days. A clean renewal (Northwind: 17.8% inside 22%, credit Strong, $0 overdue) clears in under 30 seconds. Harbor lands with Finance and a 24-hour SLA.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270248" y="896112"/>
            <a:ext cx="3703320" cy="1783080"/>
          </a:xfrm>
          <a:prstGeom prst="roundRect">
            <a:avLst>
              <a:gd name="adj" fmla="val 4103"/>
            </a:avLst>
          </a:prstGeom>
          <a:solidFill>
            <a:srgbClr val="142027"/>
          </a:solidFill>
          <a:ln w="12700">
            <a:solidFill>
              <a:srgbClr val="1F3A4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16552" y="987552"/>
            <a:ext cx="34107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LEAKAGE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416552" y="1261872"/>
            <a:ext cx="341071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42% expansion no longer depends on who is on shift. The exception ceiling is the same at 9 a.m. and at quarter-end. Pinnacle fails on price, not on who reviewed it.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156448" y="896112"/>
            <a:ext cx="3703320" cy="1783080"/>
          </a:xfrm>
          <a:prstGeom prst="roundRect">
            <a:avLst>
              <a:gd name="adj" fmla="val 4103"/>
            </a:avLst>
          </a:prstGeom>
          <a:solidFill>
            <a:srgbClr val="142027"/>
          </a:solidFill>
          <a:ln w="12700">
            <a:solidFill>
              <a:srgbClr val="1F3A4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02752" y="987552"/>
            <a:ext cx="34107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302752" y="1261872"/>
            <a:ext cx="341071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hop is a Langfuse trace: plan, two specialists, combine, guardrail. Finance can replay why a label was written, including the exact cuts that produced 88% or 50%.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84048" y="2834640"/>
            <a:ext cx="11430000" cy="2148840"/>
          </a:xfrm>
          <a:prstGeom prst="roundRect">
            <a:avLst>
              <a:gd name="adj" fmla="val 3404"/>
            </a:avLst>
          </a:prstGeom>
          <a:solidFill>
            <a:srgbClr val="142027"/>
          </a:solidFill>
          <a:ln w="12700">
            <a:solidFill>
              <a:srgbClr val="1F3A4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0352" y="2944368"/>
            <a:ext cx="11109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BACK FOR HIGH-VALUE SELLING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30352" y="3236976"/>
            <a:ext cx="11109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 Desk and RevOps stop re-reading the book on routine quotes. 50–70% of quotes are routine. Today that work is 1–3 FTE. With the hop, those people are free for high-value selling products: complex deals, strategic accounts, multi-year expansions, and the exceptions that actually need judgment.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30352" y="3877056"/>
            <a:ext cx="11109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Northwind never enters Alex Okonkwo’s queue. Priya Sharma spends the hour on the live book, not on defending why a 20% cleared Tuesday and held Thursday. The seller gets the answer in under 30 seconds. The desk spends the quarter on the cases the matrix assigns — Finance on Harbor, VP Sales on Pinnacle, VP Sales + Finance on Vanta — not on 18% renewals.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84048" y="5120640"/>
            <a:ext cx="11430000" cy="1417320"/>
          </a:xfrm>
          <a:prstGeom prst="roundRect">
            <a:avLst>
              <a:gd name="adj" fmla="val 3871"/>
            </a:avLst>
          </a:prstGeom>
          <a:solidFill>
            <a:srgbClr val="142027"/>
          </a:solidFill>
          <a:ln w="15875">
            <a:solidFill>
              <a:srgbClr val="1D5C6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0352" y="5230368"/>
            <a:ext cx="11109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3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 NOT DO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30352" y="5486400"/>
            <a:ext cx="11109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not replace quoting, pricing, or e-sign. No judgment on complex strategic deals. No learning from overrides in the MVP. No legal redlining. Agents cannot send, sign, or convert. Escalate always names a person and an SLA. The time freed is for people to sell and to judge. It is not a reason for the crew to take more of the hop.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Value Proposition — DealFlow Approval Agents</dc:title>
  <dc:subject>PptxGenJS Presentation</dc:subject>
  <dc:creator>DealFlow</dc:creator>
  <cp:lastModifiedBy>DealFlow</cp:lastModifiedBy>
  <cp:revision>1</cp:revision>
  <dcterms:created xsi:type="dcterms:W3CDTF">2026-10-30T17:07:35Z</dcterms:created>
  <dcterms:modified xsi:type="dcterms:W3CDTF">2026-10-30T17:07:35Z</dcterms:modified>
</cp:coreProperties>
</file>