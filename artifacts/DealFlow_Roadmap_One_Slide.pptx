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1645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" y="34747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1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Near, mid, and longer term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3822192" cy="4160520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22960"/>
            <a:ext cx="3822192" cy="73152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9875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" y="12435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62763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7276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deal desk. Real quotes. Shadow mode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26771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1284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recommends. A human decides.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" y="290779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5292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decisions turn on only after shadow-mode accuracy holds.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" y="354787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9300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names a person, a queue, and an SLA.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" y="4187952"/>
            <a:ext cx="109728" cy="109728"/>
          </a:xfrm>
          <a:prstGeom prst="ellipse">
            <a:avLst/>
          </a:prstGeom>
          <a:solidFill>
            <a:srgbClr val="1D5C6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3308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posts the recommendation. A reply does not write the stage.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24528" y="822960"/>
            <a:ext cx="3822192" cy="4160520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822960"/>
            <a:ext cx="3822192" cy="73152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9875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12435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hop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162763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4608576" y="157276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memory. Agents learn from past decisions and outcomes.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07408" y="226771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221284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major CPQ and CRM platforms.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07408" y="290779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4608576" y="285292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policy-book editor. Finance updates clauses without engineering.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07408" y="354787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4608576" y="349300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resolves to live Salesforce or DealHub queues.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07408" y="4187952"/>
            <a:ext cx="109728" cy="109728"/>
          </a:xfrm>
          <a:prstGeom prst="ellipse">
            <a:avLst/>
          </a:prstGeom>
          <a:solidFill>
            <a:srgbClr val="2F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4608576" y="413308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pack does not move the first tenant's ceilings.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93024" y="822960"/>
            <a:ext cx="3822192" cy="4160520"/>
          </a:xfrm>
          <a:prstGeom prst="roundRect">
            <a:avLst>
              <a:gd name="adj" fmla="val 143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93024" y="822960"/>
            <a:ext cx="3822192" cy="73152"/>
          </a:xfrm>
          <a:prstGeom prst="rect">
            <a:avLst/>
          </a:prstGeom>
          <a:solidFill>
            <a:srgbClr val="3D5A6C"/>
          </a:solidFill>
          <a:ln/>
        </p:spPr>
      </p:sp>
      <p:sp>
        <p:nvSpPr>
          <p:cNvPr id="35" name="Text 33"/>
          <p:cNvSpPr/>
          <p:nvPr/>
        </p:nvSpPr>
        <p:spPr>
          <a:xfrm>
            <a:off x="8357616" y="9875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TERM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57616" y="124358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work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75904" y="162763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38" name="Text 36"/>
          <p:cNvSpPr/>
          <p:nvPr/>
        </p:nvSpPr>
        <p:spPr>
          <a:xfrm>
            <a:off x="8577072" y="157276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joins the same graph.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75904" y="226771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0" name="Text 38"/>
          <p:cNvSpPr/>
          <p:nvPr/>
        </p:nvSpPr>
        <p:spPr>
          <a:xfrm>
            <a:off x="8577072" y="221284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pricing recommendations, cited against the book.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75904" y="290779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2" name="Text 40"/>
          <p:cNvSpPr/>
          <p:nvPr/>
        </p:nvSpPr>
        <p:spPr>
          <a:xfrm>
            <a:off x="8577072" y="285292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Multi-tenant. Configurable policy packs by industry.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75904" y="354787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4" name="Text 42"/>
          <p:cNvSpPr/>
          <p:nvPr/>
        </p:nvSpPr>
        <p:spPr>
          <a:xfrm>
            <a:off x="8577072" y="349300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still waits. The stricter label still wins.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75904" y="4187952"/>
            <a:ext cx="109728" cy="109728"/>
          </a:xfrm>
          <a:prstGeom prst="ellipse">
            <a:avLst/>
          </a:prstGeom>
          <a:solidFill>
            <a:srgbClr val="3D5A6C"/>
          </a:solidFill>
          <a:ln/>
        </p:spPr>
      </p:sp>
      <p:sp>
        <p:nvSpPr>
          <p:cNvPr id="46" name="Text 44"/>
          <p:cNvSpPr/>
          <p:nvPr/>
        </p:nvSpPr>
        <p:spPr>
          <a:xfrm>
            <a:off x="8577072" y="4133088"/>
            <a:ext cx="32552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write-back. The golden set still gates a release.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56032" y="5102352"/>
            <a:ext cx="11667744" cy="1298448"/>
          </a:xfrm>
          <a:prstGeom prst="roundRect">
            <a:avLst>
              <a:gd name="adj" fmla="val 4225"/>
            </a:avLst>
          </a:prstGeom>
          <a:solidFill>
            <a:srgbClr val="0E1A24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" y="521208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0624" y="5449824"/>
            <a:ext cx="11247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not send, sign, or convert. A note cannot force Approve. A missing citation cannot clear. Precedent memory does not rewrite a closed decision. Slack is a notice, not a write path. This is not a CPQ.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1A24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" y="66202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Approval Agents  ·  github.com/shashankjasra-afk/bird-lunar-falcon-timber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607040" y="6620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</dc:title>
  <dc:subject>Near, mid, and longer term. Functional only.</dc:subject>
  <dc:creator>DealFlow Approval Agents</dc:creator>
  <cp:lastModifiedBy>DealFlow Approval Agents</cp:lastModifiedBy>
  <cp:revision>1</cp:revision>
  <dcterms:created xsi:type="dcterms:W3CDTF">2026-10-30T17:51:21Z</dcterms:created>
  <dcterms:modified xsi:type="dcterms:W3CDTF">2026-10-30T17:51:21Z</dcterms:modified>
</cp:coreProperties>
</file>